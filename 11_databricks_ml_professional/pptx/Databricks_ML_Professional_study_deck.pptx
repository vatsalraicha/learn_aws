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C2638"/>
                </a:solidFill>
              </a:defRPr>
            </a:pPr>
            <a:r>
              <a:t>Databricks Certified Machine Learning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5A75"/>
                </a:solidFill>
              </a:defRPr>
            </a:pPr>
            <a:r>
              <a:t>Study deck · Exam version September 30, 2025 · Career_upskill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Exam logistics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5994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Question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59 scored multiple-choice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120 minutes (~2 min / question)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Passing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~70% [community]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$200 USD + tax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2 years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Retake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14 days after 1st fail, longer after subsequent fails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Online proctored (Webassessor / Kryterion)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Prereq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None; ~1 yr Databricks hands-on highly recommended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Exam blueprint — domain weights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13487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Section 1 — Model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~45%</a:t>
                      </a:r>
                    </a:p>
                  </a:txBody>
                  <a:tcPr/>
                </a:tc>
              </a:tr>
              <a:tr h="13487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Section 2 — MLOps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~43%</a:t>
                      </a:r>
                    </a:p>
                  </a:txBody>
                  <a:tcPr/>
                </a:tc>
              </a:tr>
              <a:tr h="13487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Section 3 — Model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~12%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Section 1 — Model Development  (~45%)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Advanced MLflow tracking: nested runs, tag CRUD, log_dict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Custom PyFunc: load_context() + predict() pattern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Model signatures REQUIRED for UC registration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Optuna advanced: pruners, samplers, distributed via Ray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Feature Engineering in UC: point-in-time joins, online tables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Advanced Spark ML, ensembles, stacking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Section 1 — Model Development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~45%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Advanced MLflow tracking: nested runs, tag CRUD, log_dict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Custom PyFunc: load_context() + predict() pattern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Model signatures REQUIRED for UC registration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Optuna advanced: pruners, samplers, distributed via Ray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Section 2 — MLOps  (~43%)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DABs (Databricks Asset Bundles) for ML: bundle.yml, resources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CI/CD with DABs: validate, deploy, run via CLI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Lakehouse Monitoring deep: snapshot vs time-series profiles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Drift metrics: KS, JS divergence, PSI, chi-square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Custom drift metrics via SQL on profile/drift tables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Model governance: UC ACLs, lineage, lineage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Section 2 — MLOps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~43%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DABs (Databricks Asset Bundles) for ML: bundle.yml, resources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CI/CD with DABs: validate, deploy, run via CLI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Lakehouse Monitoring deep: snapshot vs time-series profiles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Drift metrics: KS, JS divergence, PSI, chi-square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Section 3 — Model Deployment  (~12%)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Inference Tables auto-capture for endpoints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Blue/green and canary deployment via traffic split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Batch + streaming serving patterns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Endpoint observability and latency budgets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Section 3 — Model Deployment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~12%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Inference Tables auto-capture for endpoints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Blue/green and canary deployment via traffic split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Batch + streaming serving patterns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Endpoint observability and latency budgets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mlflow.start_run(nested=True)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Child run under active parent; use for HPO trials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mlflow.start_run()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New parent run; nested=False is default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infer_signature(X, y_pred)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Required for UC registration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log_model(input_example=...)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Enables Test UI on Model Serving endpoint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Snapshot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Point-in-time stats; non-temporal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Time-series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Windowed stats; requires timestamp column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KS divergence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Continuous distributions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JS divergence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Discrete distributions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Population Stability Index — bucketed; threshold 0.1/0.25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DAB validate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Lints bundle.yml; no deploy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26974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2697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DAB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Pushes resources to target workspace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Key facts to memorize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Custom PyFunc: load_context(self, context) + predict(self, context, model_input)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Hyperopt/Optuna autolog params but NOT the best model — explicit re-fit + log_model required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log_model(registered_model_name='cat.sch.name') one-shot register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Two-level name = workspace registry; three-level = UC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DABs CLI: databricks bundle validate / deploy / run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Inference Tables: enable on endpoint config — request/response auto-captured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Lakehouse Monitoring: CREATE MONITOR via SQL on Delta table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Drift threshold defaults: PSI 0.1 (warn) / 0.25 (alarm)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MLflow nested runs: mlflow.start_run(nested=True) inside active parent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Common exam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Forgetting model signature → UC registration fails silently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Logging from Hyperopt's objective without nested=True (flat run pollution)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Custom PyFunc loading artifacts in __init__ instead of load_context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Confusing bundle validate (lint only) with bundle deploy (push)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Using PSI on continuous data without bucketing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Setting traffic split before warming up the new endpoint version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Inference Tables enabled but never wired to monitoring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Two-level model name registers to workspace, not UC — silent fork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Study plan (4 weeks)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10789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Section 1 (45%) — modules 01-06; advanced MLflow + PyFunc + Optuna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Section 2 part 1 (MLOps platform) — modules 07-09; DABs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Section 2 part 2 (Monitoring) — modules 10-12; drift + governance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Section 3 + final review — modules 13-16; full timed practice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Official exam guide PDF (Sept 30, 2025)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Databricks Academy: Machine Learning at Scale + Advanced ML Operations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Career_upskill Topic 11 modules 01-16 + 3 quizzes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FACTS.md — drift metrics + DABs + PyFunc patterns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MLflow 2.x docs (exam tests 2.x surface; MLflow 3 not on this version)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Final reminder — exam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Passing score: see logistics slide (varies per cert)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Manage time: ~2 min per question; flag and move on if stuck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Read multi-select stems carefully ('Select TWO/THREE')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Eliminate distractors first — usually 2 of 4 are obviously wrong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Trust the look-alike traps you memorized — they reappear verbatim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Re-read this deck the morning of the exam; skip new material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Webcam + clean desk + photo ID ready 30 min before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