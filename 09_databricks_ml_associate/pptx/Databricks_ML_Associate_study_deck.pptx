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C2638"/>
                </a:solidFill>
              </a:defRPr>
            </a:pPr>
            <a:r>
              <a:t>Databricks Certified Machine Learning Associate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5A75"/>
                </a:solidFill>
              </a:defRPr>
            </a:pPr>
            <a:r>
              <a:t>Study deck · Exam version March 1, 2025 · Career_upskill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logistics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5994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Question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48 scored (multiple-choice, occasional multi-select)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90 minutes (~1m 52s / question)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Passing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~70% (not officially published)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$200 USD + tax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2 years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Retake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14 days between attempts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Online proctored (Kryterion WebAssessor)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Code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Python (SQL may appear for data manipulation)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blueprint — domain weights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10789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1 — Databricks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38%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2 — ML Workflows / Data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19%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3 — Model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31%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4 — Model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1 — Databricks Machine Learning  (38%)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DBR ML runtime, GPU runtimes, cluster types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AutoML UI + API, glass-box generated notebooks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Feature Engineering in UC (FeatureEngineeringClient, FeatureLookup)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MLflow tracking: runs, autologging per flavor, MlflowClient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UC Model Registry: aliases (@champion/@challenger), tags, set_registry_uri('databricks-uc')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1 — Databricks Machine Learning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38%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DBR ML runtime, GPU runtimes, cluster types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AutoML UI + API, glass-box generated notebooks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Feature Engineering in UC (FeatureEngineeringClient, FeatureLookup)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MLflow tracking: runs, autologging per flavor, MlflowClient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2 — ML Workflows / Data Processing  (19%)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Spark DataFrame .summary(), outlier removal (std-dev / IQR)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Missing-value imputation (mean / median / mode by shape)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Pandas API on Spark (pyspark.pandas) — when to use vs pandas vs Spark DF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StringIndexer, OneHotEncoder, VectorAssembler, Imputer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When NOT to OHE (tree-based models don't need 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2 — ML Workflows / Data Processing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19%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Spark DataFrame .summary(), outlier removal (std-dev / IQR)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Missing-value imputation (mean / median / mode by shape)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Pandas API on Spark (pyspark.pandas) — when to use vs pandas vs Spark DF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StringIndexer, OneHotEncoder, VectorAssembler, Imputer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3 — Model Development  (31%)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RandomForestClassifier, GBTRegressor, LogisticRegression, KMeans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Estimators vs transformers — pattern recognition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Hyperopt fmin, hp.choice (returns INDEX!), tpe.suggest, SparkTrials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Optuna create_study, trial.suggest_*, n_jobs (no SparkTrials equivalent)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CrossValidator vs TrainValidationSplit, ParamGridBuilder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Total fits math: |grid| × k folds × (+1 final refit)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3 — Model Development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31%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RandomForestClassifier, GBTRegressor, LogisticRegression, KMeans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Estimators vs transformers — pattern recognition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Hyperopt fmin, hp.choice (returns INDEX!), tpe.suggest, SparkTrials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Optuna create_study, trial.suggest_*, n_jobs (no SparkTrials equivalent)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4 — Model Deployment  (12%)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mlflow.pyfunc.spark_udf for batch scoring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Streaming inference via DLT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Mosaic AI Model Serving: endpoints, served entities, traffic split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Choose batch vs streaming vs real-time by latency/throughput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4 — Model Deployment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12%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mlflow.pyfunc.spark_udf for batch scoring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Streaming inference via DLT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Mosaic AI Model Serving: endpoints, served entities, traffic split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Choose batch vs streaming vs real-time by latency/throughput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hp.choice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Returns the INDEX (int), NOT the value — wrap result if you want the actual choice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set_registered_model_alias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Sets @alias — multi-version, multi-alias allowed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set_model_version_tag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Per-version key/value metadata — does NOT promote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FeatureEngineeringClient (UC)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create_table — Unity Catalog-native — current API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FeatureStoreClient (workspace)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register_table — DEPRECATED since 0.17.0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CrossValidator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k-fold; trains numFolds × |grid| + 1 models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TrainValidationSplit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Single holdout; trains |grid| + 1 models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BinaryClassificationEvaluator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AUC, areaUnderROC, areaUnderPR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MulticlassClassificationEvaluator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f1, accuracy, weightedPrecision/Recall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@champion (UC alias)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Replaces 'Production' stage; resolve via models:/cat.sch.mdl@champion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26974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2697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None → Staging → Production → Archived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LEGACY workspace registry — deprecated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Key facts to memorize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MLflow registry URI for UC: mlflow.set_registry_uri('databricks-uc')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Three-level namespace: catalog.schema.model — required for UC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Hyperopt removed from DBR ML 17+; last shipped in 16.4 LTS (May 2025)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Hyperopt STILL on the March 1 2025 exam — know fmin, hp.*, tpe.suggest, SparkTrials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Optuna parallelism: n_jobs (joblib) — there is NO SparkTrials equivalent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AutoML generates glass-box notebooks — you can edit them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Tree-based models do NOT need OneHotEncoding; linear/distance/NN models DO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Median imputation for skewed; mean for symmetric; mode for categorical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Mosaic AI Model Serving — 'served entities' replaces 'served models' terminology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Common exam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hp.choice returns INDEX — easy 1-point loss if you forget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Forgetting mlflow.set_registry_uri('databricks-uc') writes to workspace registry instead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Confusing CrossValidator's 'trains numFolds models' (it trains numFolds × |grid| + 1)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Using FeatureStoreClient instead of FeatureEngineeringClient in new code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Assuming Hyperopt is gone — it's still tested on March 1, 2025 guide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Using legacy stages (Staging/Production) instead of UC aliases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Confusing pyspark.pandas (Pandas API on Spark) with pandas-on-databricks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Forgetting that XGBoost/sklearn flavors autolog parameters but NOT the full best model from hyperopt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Study plan (4 weeks)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10789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1 (38%) — modules 01-05; quiz 01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Domains 2+3 — modules 06-12; quizzes 02-03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4 — modules 13-14; quiz 04; FACTS.md skim; book exam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Exam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Full-length timed practice + targeted weakness 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Official exam guide PDF (March 1, 2025): databricks.com/sites/default/files/2025-02/databricks-certified-machine-learning-associate-exam-guide-1-mar-2025.pdf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Databricks Academy: Machine Learning Associate self-paced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Career_upskill Topic 09 modules 01-14 + 4 quizzes (~145 Qs, 3× exam length)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FACTS.md — atomic facts with last-verified dates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Verify exam guide URL 2 weeks before exam date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Final reminder — exam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Passing score: see logistics slide (varies per cert)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Manage time: ~2 min per question; flag and move on if stuck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Read multi-select stems carefully ('Select TWO/THREE')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Eliminate distractors first — usually 2 of 4 are obviously wrong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Trust the look-alike traps you memorized — they reappear verbatim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Re-read this deck the morning of the exam; skip new material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Webcam + clean desk + photo ID ready 30 min before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