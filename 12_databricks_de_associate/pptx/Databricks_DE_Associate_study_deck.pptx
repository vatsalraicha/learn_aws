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C2638"/>
                </a:solidFill>
              </a:defRPr>
            </a:pPr>
            <a:r>
              <a:t>Databricks Certified Data Engineer Associate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5A75"/>
                </a:solidFill>
              </a:defRPr>
            </a:pPr>
            <a:r>
              <a:t>Study deck · Exam version July 25, 2025 · Career_upskill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Exam logistics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5994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Question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45 scored (ALL single-select)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90 minutes (~2 min / question)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Passing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80% (≈ 36/45) — RAISED from 70% in July 2025 refresh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$200 USD + tax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2 years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Retake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14 days after 1st fail; 30 days after subsequent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Online proctored OR in-person test center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Code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SQL when possible; otherwise Python (PySpark)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Exam blueprint — domain weights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1 — Databricks Intelligence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10%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2 — Development and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30%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3 — Data Processing &amp; Transformations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31%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4 — Productionizing Data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18%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5 — Data Governance &amp;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1 — Databricks Intelligence Platform  (10%)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Lakehouse architecture, medallion (bronze/silver/gold)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Workspace, clusters (all-purpose vs job), DBR runtime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Notebooks, SQL Warehouses, repos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Pricing: DBU types, photon multiplier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1 — Databricks Intelligence Platform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10%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Lakehouse architecture, medallion (bronze/silver/gold)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Workspace, clusters (all-purpose vs job), DBR runtime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Notebooks, SQL Warehouses, repos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Pricing: DBU types, photon multiplier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2 — Development and Ingestion  (30%)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Delta Lake: ACID, transaction log _delta_log, VACUUM, OPTIMIZE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Auto Loader: cloudFiles, schema inference, evolution modes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COPY INTO vs Auto Loader tradeoffs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Ingestion patterns: append, merge, upsert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Schema evolution: rescue, addNewColumns, failOnNewColumns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2 — Development and Ingestion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30%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Delta Lake: ACID, transaction log _delta_log, VACUUM, OPTIMIZE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Auto Loader: cloudFiles, schema inference, evolution modes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COPY INTO vs Auto Loader tradeoffs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Ingestion patterns: append, merge, upsert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3 — Data Processing &amp; Transformations  (31%)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PySpark + Spark SQL transformations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Structured Streaming: trigger modes, watermarks, state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MERGE INTO syntax: matched/not matched / by source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Window functions, joins, CTEs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Photon acceleration scope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3 — Data Processing &amp; Transformations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31%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PySpark + Spark SQL transformations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Structured Streaming: trigger modes, watermarks, state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MERGE INTO syntax: matched/not matched / by source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Window functions, joins, CTEs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4 — Productionizing Data Pipelines  (18%)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LakeFlow Declarative Pipelines (formerly DLT)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LakeFlow Jobs (formerly Workflows)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DABs for DE: bundle.yml, resources.pipelines, resources.jobs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Triggers, dependencies, retries,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4 — Productionizing Data Pipelines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18%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LakeFlow Declarative Pipelines (formerly DLT)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LakeFlow Jobs (formerly Workflows)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DABs for DE: bundle.yml, resources.pipelines, resources.jobs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Triggers, dependencies, retries,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5 — Data Governance &amp; Quality  (11%)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Unity Catalog: catalog.schema.table, grants, lineage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Delta Sharing (open source vs Databricks-to-Databricks)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Lakehouse Federation (foreign catalogs)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Expectations: EXPECT, EXPECT...DROP, EXPECT...FAIL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5 — Data Governance &amp; Quality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11%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Unity Catalog: catalog.schema.table, grants, lineage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Delta Sharing (open source vs Databricks-to-Databricks)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Lakehouse Federation (foreign catalogs)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Expectations: EXPECT, EXPECT...DROP, EXPECT...FAIL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COPY INTO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Idempotent batch ingest; SQL syntax; remembers files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Auto Loader (cloudFiles)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Incremental streaming ingest; file notification or directory listing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EXPECT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Log violation; row passes through (default)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EXPECT ... ON VIOLATION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Filter out violating rows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EXPECT ... ON VIOLATION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Abort the update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OPTIMIZE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Compacts small files (default ~1GB target)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VACUUM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Removes files past retention threshold (default 7 days)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ZORDER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Multi-column data skipping; combined with OPTIMIZE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Liquid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Replaces ZORDER + partitioning; auto-evolves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MERGE INTO ... WHEN 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Update/delete existing rows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13487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MERGE INTO ... WHEN NOT MATCHED BY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Delete rows missing from source</a:t>
                      </a:r>
                    </a:p>
                  </a:txBody>
                  <a:tcPr/>
                </a:tc>
              </a:tr>
              <a:tr h="13487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LakeFlow Declarative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New name for DLT</a:t>
                      </a:r>
                    </a:p>
                  </a:txBody>
                  <a:tcPr/>
                </a:tc>
              </a:tr>
              <a:tr h="13487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LakeFlow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New name for Workflows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Key facts to memorize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Passing score is 80% — RAISED in July 2025 refresh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All questions are single-select — no multi-select on this exam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VACUUM default retention: 7 days (cannot go below 0; force needed under 7d)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OPTIMIZE default target file size: ~1 GB (auto-tunes by table size)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Auto Loader schema modes: addNewColumns (default), rescue, failOnNewColumns, none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Delta transaction log = _delta_log/*.json + *.checkpoint.parquet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checkpoint every 10 commits by default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DLT renamed to LakeFlow Declarative Pipelines; Workflows → LakeFlow Jobs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UC three-level namespace required; INFORMATION_SCHEMA per-catalog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Delta Sharing: open protocol + recipient credential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Common exam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Assuming 70% passing score — it's 80% on July 2025 guide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Confusing COPY INTO (batch, idempotent) with Auto Loader (streaming, incremental)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VACUUM with retention &lt;7 days requires retentionDurationCheck.enabled=false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Forgetting that MERGE BY SOURCE clauses are separate from BY TARGET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Using DLT terminology when the exam now uses LakeFlow naming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Schema evolution: 'rescue' silently captures bad data — read the column!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Photon doesn't accelerate every operation — UDFs and some functions opt-out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Expectations without ON VIOLATION just log — rows still pass through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Study plan (4 weeks)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10789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Domains 1+2 (40%) — platform basics + Delta + Auto Loader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3 (31%) — transformations + Structured Streaming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4 (18%) — LakeFlow pipelines + jobs + DABs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5 + final review — UC, Delta Sharing, expectations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Official exam guide PDF (July 25, 2025)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Databricks Academy: Data Engineer Associate Learning Path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Career_upskill Topic 12 modules 01-16 + 5 quizzes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FACTS.md — 80% pass threshold, single-select, LakeFlow naming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Delta Lake docs + Auto Loader docs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Final reminder — exam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Passing score: see logistics slide (varies per cert)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Manage time: ~2 min per question; flag and move on if stuck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Read multi-select stems carefully ('Select TWO/THREE')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Eliminate distractors first — usually 2 of 4 are obviously wrong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Trust the look-alike traps you memorized — they reappear verbatim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Re-read this deck the morning of the exam; skip new material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Webcam + clean desk + photo ID ready 30 min before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