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C2638"/>
                </a:solidFill>
              </a:defRPr>
            </a:pPr>
            <a:r>
              <a:t>Databricks Certified Associate Developer for Apache Spark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A5A75"/>
                </a:solidFill>
              </a:defRPr>
            </a:pPr>
            <a:r>
              <a:t>Study deck · Exam version October 30, 2025 · Career_upskill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Exam logistics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315200"/>
              </a:tblGrid>
              <a:tr h="5994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Question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45 scored multiple-choice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90 minutes (~2 min / question)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Passing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~70% [community, not officially published]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$200 USD + tax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Validity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2 years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Spark 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Apache Spark 3.5.x (NOT 4.0)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Code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Python ONLY — Scala removed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Online proctored OR in-person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Exam blueprint — domain weights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315200"/>
              </a:tblGrid>
              <a:tr h="67437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Domain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Weight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 1 — Spark Architecture and 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20%</a:t>
                      </a:r>
                    </a:p>
                  </a:txBody>
                  <a:tcPr/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 2 — Using Spark 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20%</a:t>
                      </a:r>
                    </a:p>
                  </a:txBody>
                  <a:tcPr/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 3 — DataFrame / Dataset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30%</a:t>
                      </a:r>
                    </a:p>
                  </a:txBody>
                  <a:tcPr/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 4 — Troubleshooting and 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10%</a:t>
                      </a:r>
                    </a:p>
                  </a:txBody>
                  <a:tcPr/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 5 — Structured Streaming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10%</a:t>
                      </a:r>
                    </a:p>
                  </a:txBody>
                  <a:tcPr/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 6 — Spark Connect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5%</a:t>
                      </a:r>
                    </a:p>
                  </a:txBody>
                  <a:tcPr/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 7 — Pandas API on Spark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3621"/>
                </a:solidFill>
              </a:defRPr>
            </a:pPr>
            <a:r>
              <a:t>Domain 1 — Spark Architecture and Components  (20%)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Driver, executor, cluster manager, application/job/stage/task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Cluster modes; standalone vs YARN vs Kubernetes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Lazy evaluation, DAG, narrow vs wide transformations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Shuffle, partitioning, RDD lineage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3621"/>
                </a:solidFill>
              </a:defRPr>
            </a:pPr>
            <a:r>
              <a:t>Domain 1 — Spark Architecture and Components — what to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Weight: 20% — allocate study time proportionally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Driver, executor, cluster manager, application/job/stage/task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Cluster modes; standalone vs YARN vs Kubernetes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Lazy evaluation, DAG, narrow vs wide transformations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Shuffle, partitioning, RDD lineage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3621"/>
                </a:solidFill>
              </a:defRPr>
            </a:pPr>
            <a:r>
              <a:t>Domain 2 — Using Spark SQL  (20%)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Catalog, database, table, view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createOrReplaceTempView vs createGlobalTempView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Built-in functions: pyspark.sql.functions module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Window functions: partitionBy, orderBy, rowsBetween, rangeBetween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3621"/>
                </a:solidFill>
              </a:defRPr>
            </a:pPr>
            <a:r>
              <a:t>Domain 2 — Using Spark SQL — what to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Weight: 20% — allocate study time proportionally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Catalog, database, table, view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createOrReplaceTempView vs createGlobalTempView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Built-in functions: pyspark.sql.functions module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Window functions: partitionBy, orderBy, rowsBetween, rangeBetween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3621"/>
                </a:solidFill>
              </a:defRPr>
            </a:pPr>
            <a:r>
              <a:t>Domain 3 — DataFrame / Dataset API  (30%)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DataFrame creation, schema (StructType, StructField, types)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select / filter / where / withColumn / drop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groupBy + agg with multiple aggregations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join types: inner, outer, left, right, semi, anti, cross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union vs unionByName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Reading/writing: csv, json, parquet, delta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3621"/>
                </a:solidFill>
              </a:defRPr>
            </a:pPr>
            <a:r>
              <a:t>Domain 3 — DataFrame / Dataset API — what to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Weight: 30% — allocate study time proportionally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DataFrame creation, schema (StructType, StructField, types)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select / filter / where / withColumn / drop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groupBy + agg with multiple aggregations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join types: inner, outer, left, right, semi, anti, cross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3621"/>
                </a:solidFill>
              </a:defRPr>
            </a:pPr>
            <a:r>
              <a:t>Domain 4 — Troubleshooting and Tuning  (10%)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Spark UI: jobs, stages, SQL tabs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AQE (Adaptive Query Execution) defaults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Broadcast join hints, skew join handling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Caching: persist, cache, unpersist, storage levels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3621"/>
                </a:solidFill>
              </a:defRPr>
            </a:pPr>
            <a:r>
              <a:t>Domain 4 — Troubleshooting and Tuning — what to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Weight: 10% — allocate study time proportionally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Spark UI: jobs, stages, SQL tabs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AQE (Adaptive Query Execution) defaults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Broadcast join hints, skew join handling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Caching: persist, cache, unpersist, storage levels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3621"/>
                </a:solidFill>
              </a:defRPr>
            </a:pPr>
            <a:r>
              <a:t>Domain 5 — Structured Streaming  (10%)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DataStreamReader / DataStreamWriter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Trigger modes: default, processingTime, once, availableNow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Output modes: append, complete, update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Watermarks: withWatermark, late data handling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3621"/>
                </a:solidFill>
              </a:defRPr>
            </a:pPr>
            <a:r>
              <a:t>Domain 5 — Structured Streaming — what to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Weight: 10% — allocate study time proportionally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DataStreamReader / DataStreamWriter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Trigger modes: default, processingTime, once, availableNow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Output modes: append, complete, update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Watermarks: withWatermark, late data handling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3621"/>
                </a:solidFill>
              </a:defRPr>
            </a:pPr>
            <a:r>
              <a:t>Domain 6 — Spark Connect  (5%)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Client/server decoupled architecture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Spark Connect client: pyspark[connect]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Remote SparkSession.builder.remote('sc://host:port')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Limitations: no SparkContext, no RDD API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3621"/>
                </a:solidFill>
              </a:defRPr>
            </a:pPr>
            <a:r>
              <a:t>Domain 6 — Spark Connect — what to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Weight: 5% — allocate study time proportionally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Client/server decoupled architecture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Spark Connect client: pyspark[connect]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Remote SparkSession.builder.remote('sc://host:port')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Limitations: no SparkContext, no RDD API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3621"/>
                </a:solidFill>
              </a:defRPr>
            </a:pPr>
            <a:r>
              <a:t>Domain 7 — Pandas API on Spark  (5%)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import pyspark.pandas as ps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ps.DataFrame vs pandas.DataFrame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to_pandas() vs to_spark() conversions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Index types: sequence (default), distributed, distributed-sequence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3621"/>
                </a:solidFill>
              </a:defRPr>
            </a:pPr>
            <a:r>
              <a:t>Domain 7 — Pandas API on Spark — what to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Weight: 5% — allocate study time proportionally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import pyspark.pandas as ps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ps.DataFrame vs pandas.DataFrame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to_pandas() vs to_spark() conversions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Index types: sequence (default), distributed, distributed-sequence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Look-alike APIs / traps cheat sheet (1)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315200"/>
              </a:tblGrid>
              <a:tr h="89916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Term / API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Behavior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union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Union by COLUMN POSITION — same schema required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unionByName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Union by COLUMN NAME — allowMissingColumns optional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createOrReplaceTempView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Session-scoped; lost when SparkSession ends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createGlobalTempView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Cross-session; lives in global_temp database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cache()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Equivalent to persist(MEMORY_AND_DISK)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Look-alike APIs / traps cheat sheet (2)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315200"/>
              </a:tblGrid>
              <a:tr h="89916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Term / API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Behavior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persist(level)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Choose StorageLevel (DISK_ONLY, MEMORY_ONLY_SER, etc.)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groupBy().agg()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Wide transformation; triggers shuffle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groupByKey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Avoid — collects values; prefer reduceByKey/agg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inner join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Default — only matching rows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left_anti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Rows in left WITHOUT a match in right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Look-alike APIs / traps cheat sheet (3)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315200"/>
              </a:tblGrid>
              <a:tr h="1078992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Term / API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Behavior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</a:tr>
              <a:tr h="10789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left_semi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Rows in left WITH a match in right (no right columns)</a:t>
                      </a:r>
                    </a:p>
                  </a:txBody>
                  <a:tcPr/>
                </a:tc>
              </a:tr>
              <a:tr h="10789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trigger(processingTime='1 minute')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Micro-batch every minute</a:t>
                      </a:r>
                    </a:p>
                  </a:txBody>
                  <a:tcPr/>
                </a:tc>
              </a:tr>
              <a:tr h="10789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trigger(availableNow=True)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Process all available data once, then stop</a:t>
                      </a:r>
                    </a:p>
                  </a:txBody>
                  <a:tcPr/>
                </a:tc>
              </a:tr>
              <a:tr h="10789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trigger(once=True)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DEPRECATED — use availableNow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Key facts to memorize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Spark version tested: 3.5.x — NOT 4.0; Variant type, default ANSI, collations are OUT of scope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Code language: Python ONLY — Scala removed from this exam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DBR/Unity Catalog/Delta operations are NOT tested — pure OSS Spark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Delta is in scope only as readable format: delta.`path`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AQE is ON by default in Spark 3.5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Narrow transformations: map, filter, select, withColumn (no shuffle)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Wide transformations: groupBy, join, distinct, orderBy (shuffle)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Default shuffle partitions: 200 (spark.sql.shuffle.partitions)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withWatermark required for stateful aggregations with append mode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Spark Connect: remote() URI scheme is sc://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Common exam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Assuming Spark 4.0 features are tested — they are NOT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Expecting Scala code — Python only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Using union when columns are in different order — use unionByName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Confusing cache() with persist() — cache is just persist(MEMORY_AND_DISK)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Forgetting withWatermark on streaming aggregations → unbounded state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Using trigger(once=True) on the exam — it's deprecated, expect availableNow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Mixing up output mode 'append' vs 'complete' for stateful streams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Expecting Delta-specific operations like OPTIMIZE on the exam (not tested)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Using SparkContext under Spark Connect (not available)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Study plan (4 weeks)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315200"/>
              </a:tblGrid>
              <a:tr h="89916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Period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Focus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Week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 1 (20%) — architecture + lazy eval + DAG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Week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Domains 2+3 (50%) — Spark SQL + DataFrame API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Week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 4 (10%) — tuning + Spark UI + AQE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Week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Domains 5-7 (20%) — Streaming + Spark Connect + Pandas API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Exam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Official sample questions + timed practice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Official exam guide PDF (October 30, 2025)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Apache Spark 3.5 docs: spark.apache.org/docs/3.5.0/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Career_upskill Topic 13 modules 01-14 + 5 quizzes (incl. official sample walkthrough)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FACTS.md — Spark 3.5 scope boundaries; Python-only confirmation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Databricks Academy: Spark Programming with Python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Final reminder — exam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Passing score: see logistics slide (varies per cert)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Manage time: ~2 min per question; flag and move on if stuck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Read multi-select stems carefully ('Select TWO/THREE')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Eliminate distractors first — usually 2 of 4 are obviously wrong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Trust the look-alike traps you memorized — they reappear verbatim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Re-read this deck the morning of the exam; skip new material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Webcam + clean desk + photo ID ready 30 min before slot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