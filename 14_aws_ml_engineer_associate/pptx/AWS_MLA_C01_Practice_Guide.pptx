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AWS Certified Machine Learning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– Associate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2286000" cy="54864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3E00"/>
                </a:solidFill>
                <a:latin typeface="Calibri"/>
              </a:rPr>
              <a:t>Practice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78C"/>
                </a:solidFill>
                <a:latin typeface="Calibri"/>
              </a:rPr>
              <a:t>Career upskill · Topic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Who this deck is for · How to use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394960" cy="43891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• Strong Python; ML fundamentals assumed (Topic 9a covers the math from first principles).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• AWS taught at a working-engineer level — IAM, S3, VPC reviewed but not from zero.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• You’re sitting MLA-C01, but more importantly you want to ship production ML on AWS without surprises.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94960" cy="43891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HOW TO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• Each chapter slide is a self-contained concept lens, sourced from the textbook’s Goal + Exam alerts.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• Footer references the chapter where the depth lives. Always go to the book for derivations and IaC.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• The deck is text-dense by design — every bullet is an exam-grade fact, not a generic summary.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Preface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AB4C8"/>
                </a:solidFill>
                <a:latin typeface="Calibri"/>
              </a:rPr>
              <a:t>Eleven parts · 64 chapters · four exam domains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81735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156"/>
                <a:gridCol w="2884627"/>
                <a:gridCol w="5769254"/>
                <a:gridCol w="1442313"/>
              </a:tblGrid>
              <a:tr h="4114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covers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Landscape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Role + exam + AWS ML stack map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1 – 4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AWS foundations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IAM, S3, VPC, KMS, compute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5 – 9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Data ingestion &amp; storage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Formats, FSx, Kinesis, Glue, EMR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10 – 15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Data prep &amp; features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Glue jobs, DataBrew, Wrangler, FS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16 – 21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Model development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Studio, built-ins, BYOC, MLflow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22 – 30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HPO &amp; distributed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AMT, FSDP/SMDDP, Spot, cost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31 – 34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Deployment &amp; inference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Endpoint types, MME, autoscale, edge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35 – 42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Orchestration &amp; CI/CD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Pipelines, Step Fns, EventBridge, IaC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43 – 47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Monitoring &amp; governance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Model Monitor, drift, Registry, A/B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48 – 52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J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Security &amp; cost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PassRole, VPC, KMS, GDPR, FinOps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53 – 58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AI services + GenAI + capstone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Bedrock, RAG, fraud capstone, exam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59 – 64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MLA-C01 exam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AB4C8"/>
                </a:solidFill>
                <a:latin typeface="Calibri"/>
              </a:rPr>
              <a:t>What you sit on exam day — the numbers to memorise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788920" cy="2286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3D8BFD"/>
                </a:solidFill>
                <a:latin typeface="Calibri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questions</a:t>
            </a:r>
          </a:p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50 scored + 15 unscored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788920" cy="2286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87452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3E00"/>
                </a:solidFill>
                <a:latin typeface="Calibri"/>
              </a:rPr>
              <a:t>130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78892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no scheduled breaks</a:t>
            </a:r>
          </a:p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the clock runs continuously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788920" cy="2286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2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4CC070"/>
                </a:solidFill>
                <a:latin typeface="Calibri"/>
              </a:rPr>
              <a:t>720 / 1000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passing scaled score</a:t>
            </a:r>
          </a:p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not 700, not 750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554480"/>
            <a:ext cx="2788920" cy="2286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A06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87452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A06CD5"/>
                </a:solidFill>
                <a:latin typeface="Calibri"/>
              </a:rPr>
              <a:t>compensatory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278892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no per-domain minimum</a:t>
            </a:r>
          </a:p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strong areas carry weak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11274552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Five question formats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262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Multiple choice (1 of 4) · Multiple response (2–3 of 5–6, all-or-nothing scoring) · Ordering (3–6 items) · Matching (3–6 prompts) · Case study (multi-question scenario)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No penalty for guessing — never leave a blank. A 1-in-2 guess on a flagged question is +0.5 expected.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Pace: ~1m 56s per scored question; fatigue hits around Q60 — plan a mental reset at the 100-minute mark.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four exam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AB4C8"/>
                </a:solidFill>
                <a:latin typeface="Calibri"/>
              </a:rPr>
              <a:t>Where the 50 scored questions actually come from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788920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788920" cy="50292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Domain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F6F7"/>
                </a:solidFill>
                <a:latin typeface="Calibri"/>
              </a:rPr>
              <a:t>Data Preparation for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3D8BFD"/>
                </a:solidFill>
                <a:latin typeface="Calibri"/>
              </a:rPr>
              <a:t>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24231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Ingest · transform · validate · feature engineer</a:t>
            </a:r>
          </a:p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Glue · EMR · Kinesis · DataBrew · Wrangler</a:t>
            </a:r>
          </a:p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Feature Store · Ground Truth · Clarify pre-train bias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463040"/>
            <a:ext cx="2788920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463040"/>
            <a:ext cx="2788920" cy="50292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46304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Domain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031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F6F7"/>
                </a:solidFill>
                <a:latin typeface="Calibri"/>
              </a:rPr>
              <a:t>ML Model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6032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4CC070"/>
                </a:solidFill>
                <a:latin typeface="Calibri"/>
              </a:rPr>
              <a:t>26%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657600"/>
            <a:ext cx="24231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Choose modelling approach · train · tune · analyse</a:t>
            </a:r>
          </a:p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Built-ins · script mode · BYOC · JumpStart · AMT</a:t>
            </a:r>
          </a:p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Distributed training · Clarify · Debugger · MLflow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63040"/>
            <a:ext cx="2788920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2788920" cy="50292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21826"/>
                </a:solidFill>
                <a:latin typeface="Calibri"/>
              </a:rPr>
              <a:t>Domain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1031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F6F7"/>
                </a:solidFill>
                <a:latin typeface="Calibri"/>
              </a:rPr>
              <a:t>Deployment &amp; Orchestration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56032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5C042"/>
                </a:solidFill>
                <a:latin typeface="Calibri"/>
              </a:rPr>
              <a:t>22%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57600"/>
            <a:ext cx="24231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Pick endpoint shape · deploy · autoscale · CI/CD</a:t>
            </a:r>
          </a:p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Real-time · serverless · async · batch · MME/IC</a:t>
            </a:r>
          </a:p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Pipelines · Step Functions · EventBridge · IaC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1463040"/>
            <a:ext cx="2788920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72600" y="1463040"/>
            <a:ext cx="2788920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146304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Domain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1031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F6F7"/>
                </a:solidFill>
                <a:latin typeface="Calibri"/>
              </a:rPr>
              <a:t>Monitoring + Security +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56032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3E00"/>
                </a:solidFill>
                <a:latin typeface="Calibri"/>
              </a:rPr>
              <a:t>24%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657600"/>
            <a:ext cx="24231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Monitor · secure · govern · optimise cost</a:t>
            </a:r>
          </a:p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Model Monitor · drift · Registry · Model Cards</a:t>
            </a:r>
          </a:p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IAM · KMS · VPC · Spot · SageMaker SP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1–4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AWS MLA-C01 · Practice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an ML Engineer actually does on 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AWS defines the role with four verbs: build, operationalize, deploy, maintain — expanded into six task families (ingest+transform, train+tune, deploy+autoscale, CI/CD, monitor, secure).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15184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96312"/>
            <a:ext cx="1060704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The role is NOT research / novel architecture / new optimizers — that’s Applied Scientist or ML Researcher work, not MLE.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11296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92424"/>
            <a:ext cx="1060704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Domain 4 (Security + Monitoring) is 24% of the exam and IAM/KMS/VPC questions are a meaningful slice — read an IAM policy fluently or lose easy 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07408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88536"/>
            <a:ext cx="1060704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Failure modes map to task statements: training-serving skew → Task 1.2 + 4.1; data drift → Task 4.1 Model Monitor + 2.3 perf analysis.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303520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184648"/>
            <a:ext cx="1060704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Feature Store exists specifically to kill training-serving skew — one computation path, two stores, byte-identical reads.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MLA-C01 exam dissected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65 questions / 130 min / 720-to-pass / scaled 100–1000 / compensatory — no per-domain minimum.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Five formats: MCQ, MRQ (all-or-nothing), Ordering (3–6 items), Matching (3–6 prompts), Case study — official AWS source numbers.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Never leave a blank — there’s no penalty for guessing; a 1-in-2 guess is +0.5 expected questions correct.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Bound your study with the out-of-scope list: if a topic isn’t in the 12 task statements, it isn’t on the exam.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Fatigue hits around Q60 — plan a 10-second mental reset at the 100-minute mark; flag liberally on Pass 1.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Online proctoring (OnVUE): closed eyes are the only legitimate thinking pose; eye-movement, second people, second devices all flag.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AWS ML stack — a 30,000 ft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Four layers: Foundations (EC2/S3/VPC/IAM) → Data (Glue/Athena/EMR/Kinesis) → ML platform (SageMaker, Bedrock) → AI services.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Bedrock vs JumpStart: do you need to pick the GPU? Yes → JumpStart; no → Bedrock. Claude is Bedrock-exclusive; Qwen/Gemma are JumpStart-only.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Private subnet can’t reach S3 → Gateway VPC endpoint for S3 (free, route-table entry). Only S3 and DynamoDB use gateway endpoints.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Glue vs EMR vs Athena: serverless ETL/Catalog → Glue; custom JARs/long-lived cluster → EMR; ad-hoc SQL on S3 → Athena.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Amazon Forecast retired July 2024 → SageMaker DeepAR or Canvas. Lookout for Equipment/Metrics/Vision discontinued Oct 2025.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“Least operational overhead” tells: Secrets Manager (not Parameter Store), NAT Gateway (not NAT instance), EMR Serverless, Bedrock.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SageMaker as the spine — anatomy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SageMaker is an umbrella over ~50 capabilities — group by lifecycle: Studio, Training (jobs, AMT, HyperPod), Inference (4 endpoint types, IC, MME), MLOps (Pipelines, Registry, Monitor).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Notebook Instance LCC timeout = 5 min; Studio LCC timeout = 15 min. Notebook LCC has OnCreate+OnStart; Studio LCC has OnStart only.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Domain AuthMode (IAM vs IdC), VpcId, SubnetIds, AppNetworkAccessType, KmsKeyId — all IMMUTABLE after CreateDomain. Fix = new domain.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Processing Jobs are the second-most-tested compute primitive after training jobs — they sit under Pipelines data-prep / eval / Clarify steps.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SMP v2 (Dec 2023) is PyTorch-only; SMP v1 (MXNet/TF) is gone. If a question pairs SMP with TensorFlow, it’s a distractor.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Most-tested number in Domain 3: real-time/serverless 6 MB payload / 60 s timeout. Larger → Async (1 GB / 1 hr) or Batch Transform.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AWS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5–9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AWS MLA-C01 · Practice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IAM for ML — roles, policies, the PassRole trap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Policy evaluation: explicit deny &gt; explicit allow &gt; implicit deny. Grants are inclusive, caps are intersective, explicit deny is final.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PassRole error → fix is on the CALLER’s identity policy: add iam:PassRole on the role ARN with iam:PassedToService=sagemaker.amazonaws.com.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AmazonSageMakerFullAccess is a starting point, not a destination — the substring-naming trap (role must contain “SageMaker”) bites in production.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Role Manager builds new persona-based roles; Access Analyzer policy generation right-sizes an existing role from observed CloudTrail.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Cross-account deploy = chain: sts:AssumeRole → local PassRole → SageMaker CreateModel. Single resource-based policy is insufficient.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Never tag-scope iam:PassRole (TOCTOU race — AWS docs say “does not have reliable results”) — use ARN patterns like arn:aws:iam::*:role/ml/exec/*.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S3 deep dive for ML workloads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Express One Zone: SSE-KMS for general use, but SageMaker output to directory buckets supports SSE-S3 only — you cannot have both.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S3 Vectors is cheap at-rest storage for embeddings; OpenSearch wins sub-50ms vector recall. Don’t pick Vectors for high-QPS RAG latency.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Object Lock: Compliance &gt; Governance (Compliance can’t be overridden, even by root). Picking Governance for “regulatory immutability” is wrong.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FastFile supports S3Prefix only; no ManifestFile. Pipe is FIFO and doesn’t support random access — use File or FastFile for f.seek().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Bucket Keys reduce SSE-KMS API cost ~99% — always enable for SageMaker batch transform / FastFile training on KMS-encrypted data.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aws/s3 (AWS-managed key) cannot be used for cross-account S3 access — a customer-managed CMK is mandatory for partner-account training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VPC, subnets, security groups,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Security groups are stateful; NACLs are stateless — NACL ephemeral-port inbound is the most-missed NAT-Gateway rule.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Distributed training nodes can’t talk to each other → the security group must reference ITSELF as a source (never 0.0.0.0/0).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EnableNetworkIsolation + VpcConfig together = no internet egress AND no IAM creds in container. Single-knob answers are wrong.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On-prem callers reaching S3 over Direct Connect → INTERFACE endpoint for S3 (gateway endpoints are not reachable from outside the VPC).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Two VPCs sharing = peering; 3+ VPCs = Transit Gateway. The exam penalises mesh peering when TGW is the AWS-recommended answer.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AppNetworkAccessType (Studio domain network mode) is immutable — cannot convert PublicInternetOnly to VpcOnly without recreating the domain.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KMS, Secrets Manager &amp; encryption-in-depth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Three key ownership tiers: AWS-owned, AWS-managed (aws/*), customer-managed CMK. Only CMKs cross accounts and only CMKs give you key-policy control.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KMSThrottlingException on SSE-KMS S3 reads → enable S3 Bucket Keys (free, one toggle, ~99% reduction). Never “switch to SSE-S3” (kills audit).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Every S3 bucket has SSE-S3 on by default since Jan 2023 — that’s NOT the same as “encrypted with a CMK” for regulated workloads.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Forgetting OutputDataConfig.KmsKeyId on CreateTrainingJob silently writes the model artifact under aws/s3 — no audit trail for decrypt events.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AWS Config rules to enforce: sagemaker-endpoint-configuration-kms-key-configured, sagemaker-notebook-instance-kms-key-configured.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Secrets Manager (rotation, cross-account, JSON) vs SSM Parameter Store (free, no rotation) — the exam picks Secrets Manager for any rotation/PII 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Compute primitives — EC2 families, containers, Lambda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g5 (A10G 24GB) is the default GPU inference answer; g6 (L4); g6e (L40S 48GB) for ~13B LLMs on one GPU. Memorise the GPU memory ladder.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p5 = H100 80GB; p5e/p5en = H200 141GB. Pick p5en when stem stresses CPU↔GPU bandwidth (Sapphire Rapids + Gen5 PCIe + 100 Gbps EBS).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Inf2 is the generative-AI inference answer on Inferentia; inf1 predates LLMs and lacks accelerator memory — always a distractor on 2025+ stems.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Trainium powers Anthropic’s Claude (Project Rainier, 1M Trn2 chips). Any “Anthropic on AWS” stem points to Trainium, not GPUs.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Graviton + MME = NO. Multi-Model Endpoints don’t support Graviton. “MME, cheapest CPU” → c6i/m5, never m7g/c7g.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Container contract is exact: /opt/ml/code/inference.py, port 8080, GET /ping (2s) + POST /invocations (60s), 8-min readiness window.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Data ingestion &amp;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10–15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AWS MLA-C01 · Practice Guide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formats for 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Factorization Machines = RecordIO-protobuf only (sparse variant); XGBoost = CSV/libsvm, never RecordIO. Format mismatch is a silent killer.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CSV with a header row fed to a SageMaker built-in: the first “data point” becomes the header string — strip headers or use RecordIO-protobuf.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Iceberg / Hudi / Delta are TABLE formats; Parquet / Avro / ORC are FILE formats. “Iceberg uses what file format?” → Parquet + Avro manifests.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Athena reads Parquet fastest; for ACID inserts to a training table queried by Athena AND Spark, the answer is Iceberg on S3 (or S3 Tables).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TFRecord is TensorFlow-native; SageMaker built-ins prefer RecordIO-protobuf; XGBoost prefers CSV; DeepAR wants JSON Lines or Parquet.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Convert raw JSON to a format that minimises Athena scan cost → CTAS to Snappy-compressed Parquet, partitioned on the most common filter column.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Storage for training — S3, EFS, FSx Lustre, ONTAP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Pick FastFile for “large dataset, sequential reads, no upfront download, no VPC setup”. Pick FSx Lustre for “many small files + distributed GPUs”.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FSx Lustre is single-AZ — training cluster must match the AZ exactly. Multi-AZ resilience = recreate from S3 DRA or replicate.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FSx ONTAP: SageMaker FileSystemConfig API does NOT accept it. Stage ONTAP → S3 (DataSync / AutoTiering), then train via FastFile/Pipe/File.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Pipe vs FastFile: RecordIO-Protobuf or built-in algorithm by name → Pipe. Custom training scripts / generic loaders → FastFile.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EBS billed per-instance, NOT per-cluster: 4 nodes × 2 TB VolumeSizeInGB = 8 TB provisioned, not 2 TB — cost surprise in HPO fan-out.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FSx Lustre cost = storage + provisioned throughput; both bill while idle. Cheapest-fix hierarchy: delete &gt; smaller throughput tier &gt; IT &gt; hsm_release.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Streaming ingestion — KDS, Firehose, MSAF, MSK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Firehose floor is 60 seconds — NEVER the answer for “sub-second” or “real-time fraud decision”, despite the marketing copy.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KDS On-Demand with EFO is the modern answer for “many independent consumers, low latency, spiky workload” (Nov 2025 pricing change).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Shared fan-out = pull (GetRecords, ~200 ms); EFO = push (SubscribeToShard HTTP/2, ~70 ms). If a stem reverses these, eliminate.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KCL consumer checkpoints live in DynamoDB — not S3 (Flink), not the stream itself (Kafka __consumer_offsets).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Use Pipes-with-filter for high-volume Kinesis/DynamoDB streams when target needs only a small percentage — Lambda ESM filtering costs more.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MSAF (Managed Service for Apache Flink) is the AWS-native stream processor; MSK is managed Kafka for teams that need Kafka semantics.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Glue Catalog, Athena, Lake 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Column / row / cell-level security on a shared table = Lake Formation, never an IAM bucket policy (columns live INSIDE Parquet files).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Crawler UpdateBehavior=LOG records new columns to logs but doesn’t update the Catalog — the classic “new column not in Athena” cause.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Iceberg / Delta tables self-register through engine writes — running a Glue Crawler over them is a documented anti-pattern.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Lake Formation column grant fails “because the analyst can still see the column” → revoke IAMAllowedPrincipals first.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Lake Formation does NOT mask Parquet bytes — it only enforces access through engines that respect it. Revoke direct S3 IAM perms too.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Glue Data Quality runs DQDL rules in the ingest job and routes failures to quarantine — Model Monitor is for inference traffic, not training inputs.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Amazon EMR for ML data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Stem keywords for EMR: PB scale, Spark + custom JAR, GPU Spark, Trino JDBC, Iceberg/Hudi/Delta with version pinning. Glue is otherwise the default.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Three deployment models: EMR on EC2 (long-lived cluster), EMR Serverless (auto-scaled workers, ~60–120s cold start), EMR on EKS.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Durable storage for cluster feature outputs = EMRFS (S3), never HDFS. HDFS vanishes when the cluster terminates.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EMR Serverless is NOT Lambda — it runs Spark inside managed workers; the cold-start gap is 60–120s, not Lambda’s sub-second.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Pre-initialized capacity (initialCapacity on the EMR Serverless Application) is the warm-pool knob — trades cost for instant starts.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EMRStep in SageMaker Pipelines requires an existing cluster ID; for transient “no infra to maintain”, use EMRServerlessStep instead.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Operational stores — DynamoDB, RDS, Redshift, OpenSearch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DynamoDB hot partition: ProvisionedThroughputExceededException on one key → redesign partition key for higher cardinality, NOT raise total RCU.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Per-partition limits are HARD: 3000 RCU / 1000 WCU / 10 GB — no amount of total-table capacity overcomes a single hot partition.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Redshift ML BYOM batches 50K–220K rows per SageMaker call and times out at 370s — lower MAX_BATCH_ROWS, don’t blame the endpoint alone.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OpenSearch knn_vector caps at 10,000 floats per vector. Titan 1024/1536, Cohere 1024, OpenAI 3072 — all fit; 16,384-d does not.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Three engines for OpenSearch vectors — FAISS (default, fast), NMSLIB (legacy), Lucene (Java-native, broader compatibility).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ElastiCache for online features when sub-ms is mandatory and you tolerate the cache-management burden; otherwise use Feature Store In-Memory.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Data prep &amp;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16–21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AWS MLA-C01 · Practice Guide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AWS Glue jobs — Spark, Python shell, Ray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Default to Glue when stem says “data engineer without Spark experience”, “visual ETL”, or “serverless ETL with a Catalog”.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EMR Serverless wins only when the stem also mentions custom JARs, specific Spark/Iceberg/Hudi versions, or PB-scale tuning.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Glue 5.0 default timeout = 8 hours (down from Glue 4.0’s 48). Migration job dying at 8 hrs → set Timeout=2880, not “switch to EMR”.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Flex tier is incompatible with Glue Auto Scaling AND with G.4X+ workers. “Flex + G.4X for cost savings” fails validation.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JDBC bookmark key MUST be monotonic — UUIDs and hash PKs silently miss/duplicate rows. Fix: add updated_at TIMESTAMP or auto-increment id.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Four Glue runtimes: Spark, Spark Streaming, Python shell (small ETL), Ray (distributed Python). Match runtime to data shape, not preference.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AWS Glue DataBrew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Persona is the discriminator: “business analyst / non-developer / no Spark / no code” → DataBrew. “Data scientist + Feature Store” → Data Wrangler.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Billing floor: $0.48 × 5 nodes = $2.40/hr minimum — terrible per-event economics for small files; Lambda wins those cases.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Five primitives: Dataset, Project, Recipe, Recipe Job, Profile Job. 250+ built-in transforms; recipes are version-controlled, shareable artifacts.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DataBrew + Macie + Comprehend: Macie = bucket discovery (no transform), DataBrew = column-level mask/hash, Comprehend = freeform-text PII API.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Modern Data Wrangler lives inside SageMaker Canvas — Studio Classic Data Wrangler is deprecated. Don’t pick “the Data Wrangler tab in new Studio”.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Canonical pairings: DataBrew + Glue Data Quality for Task 1.3 validation; DataBrew recipes embedded in Glue Studio Spark jobs for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SageMaker Data Wrangler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Named in two Exam Guide task statements (1.1 and 1.2) — the only data-prep tool double-named. Its niche: ML-aware visual feature engineering.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Custom-transform 80M-row pandas limit: large dataset + custom pandas → rewrite as PySpark/PySpark SQL, don’t just scale up the instance.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Pre-training bias → Clarify embedded in Data Wrangler. Post-training bias → standalone Clarify Processing job or Model Monitor (Ch 48).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Quick Model is NOT Autopilot — it’s a single XGBoost fit-and-score for fast feedback inside the flow, not an AutoML ensemble.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Export targets: Feature Store, Pipelines, Python notebook, Spark/Glue, S3 — the multi-export surface is the moat over DataBrew.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SMOTE for class imbalance is built into Data Wrangler; for boosting models, scale_pos_weight is usually a better answer than SMOTE.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SageMaker Feature Store — online + offline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In-Memory store kill-switches: 50 GiB cap, on-demand only, no offline replication, no customer-managed KMS — wrong for “training” / “CMK” / “capacity planning”.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Pick In-Memory for sub-ms RTB / click-time / card-present fraud only; DAX in front of Standard is a distractor (no API integration).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Throughput mode switch is rate-limited to ONE transition per 24 hours per feature group — plan for the expected workload, not instantaneous spike.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PutRecord writes to BOTH online and offline stores from a single code path — the structural property that kills training-serving skew.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BatchGetRecord caps at 100 records per call across all groups — shard into parallel calls for higher fan-out, never claim it does 1000.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RecordIdentifier + EventTime are mandatory schema for point-in-time-correct training joins. Offline store moved to Iceberg in 2024.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labeling — Ground Truth, GT Plus, A2I, MTurk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HIPAA / PHI / confidential / regulated: NEVER MTurk. Valid answers are private workforce, or Ground Truth self-service — NOT Ground Truth Plus.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Active learning minimum is 1,250 objects (API constraint), recommended 5,000 (cost-positive). Below 1,250, active learning isn’t available.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Augmented manifest is JSON LINES (each line a separate JSON object), not JSON. json.load() on the whole file fails on line 2.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Ground Truth Plus is NOT HIPAA-eligible as of early 2026 — the managed workforce sits outside the BAA boundary.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Five-word mnemonic: “Ground Truth makes labels; A2I checks labels.” Before-training → GT; after-training (human review of predictions) → A2I.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AugmentedManifestFile is the only output that flows directly into a SageMaker training job without a reshape step.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Bias detection &amp; data integrity — Clarify, Glue DQ, Macie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Clarify works on tabular, text, image, multi-modal since 2023 — old material limiting it to tabular is stale.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AWS-native synthetic generation: SDV on SageMaker Processing, or Bedrock LLM paraphrase. No “Amazon Synthetic Data Service” — it’s a distractor.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Composite DQDL rule scope defaults to COLUMN-level; for per-row OR-style validation, switch composite evaluation to ROW.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Glue Data Quality is the managed product; Deequ is the open-source library under it. Custom Spark job is not the right answer.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Macie is S3-ONLY. PII in RDS/DynamoDB/Redshift → Comprehend DetectPiiEntities in Lambda/Glue, or DataBrew PII transforms.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Macie does NOT publish to SNS directly — path is Macie → EventBridge → SNS/Lambda/Step Functions/Security Hub.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Model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22–30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AWS MLA-C01 · Practice Guide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SageMaker Studio anatomy &amp; training-job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LCC timeout: Notebook Instance = 5 min, Studio = 15 min — long pip-install failing under 15 min is a Studio LCC question.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Domain immutability: AuthMode, VpcId, SubnetIds, AppNetworkAccessType, KmsKeyId — all immutable. UpdateDomain CANNOT fix them.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VpcOnly Studio + “scientists still need pip install” → CodeArtifact as a private PyPI proxy reached via PrivateLink (NAT-GW violates “no internet”).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model.tar.gz (/opt/ml/model/) is for the next pipeline step; output.tar.gz (/opt/ml/output/data/) is the side-channel — don’t confuse them.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Spot invariant: MaxWaitTimeInSeconds ≥ MaxRuntimeInSeconds. Sane default = MaxRuntime + 3600. “Half of MaxRuntime” fails validation.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Studio Classic vs Studio (new): “SageMaker Studio” in MLA-C01 means Studio inside SageMaker AI, NOT Unified Studio.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SageMaker built-in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When 3 of 4 algorithm names are real built-ins and one is famous-but-not-AWS (DBSCAN, t-SNE, isolation forest, Prophet) — famous-but-not-AWS is wrong.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XGBoost CSV: label is column 0, NO header row. Forgetting the header is the single most-tested data-format detail in built-ins.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For imbalanced classification with XGBoost, prefer scale_pos_weight over SMOTE — boosting reweights loss natively.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Linear Learner / k-means / PCA / FM / NTM / Object2Vec accept RecordIO-protobuf (often via Pipe). Object Detection is GPU single-instance.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DeepAR consumes JSON Lines or Parquet with start, target, cat, dynamic_feat fields. It replaced retired Amazon Forecast for the exam.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early_stopping_rounds requires a validation channel — omit the channel and you silently never early-stop.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Script mode — TensorFlow, PyTorch, HuggingFace, Sklearn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HuggingFace Estimator wraps PyTorch OR TensorFlow DLC — pass one version arg, not both; always include transformers_version.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/opt/ml/model/ is for the model artifact (→ model.tar.gz); /opt/ml/output/data/ is for side artifacts (→ output.tar.gz). Wrong path = empty tarball.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SM_MODEL_DIR → /opt/ml/model; SM_OUTPUT_DATA_DIR → /opt/ml/output/data. Distractors: /tmp/model, ~/model, /var/sagemaker/model.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requirements.txt cold-start cost: 14-min installs → build a custom Docker image extending the DLC, push to ECR, reference via image_uri.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distribution= MUST be set when instance_count &gt; 1 — without it, 4 nodes silently run as single-process on node 0, billing 4x for 1x work.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Local mode (instance_type=“local”) lets you iterate without paying for SageMaker compute — always test locally before the cloud bill.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BYOC — bring your own container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Training argv is exactly the literal “train”; inference argv is “serve”. “python train.py” or a tini wrapper are wrong by construction.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Inference contract: port 8080, GET /ping (2s, HTTP 200, empty body), POST /invocations (60s), 8-min startup readiness window.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/opt/ml/model/ at inference time is read-only — SageMaker extracts model.tar.gz before serve runs; never write back at request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Production ECR repos MUST be tagMutability=IMMUTABLE. Never reference :latest in EndpointConfig — you destroy audit trail and break reproducibility.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GPU MME requires NVIDIA Triton (or TorchServe) — the MMS-based CPU BYOC contract does NOT work on GPU. “Custom GPU MME handler” → Triton.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Extend a DLC for 95% of cases; only build a fresh Dockerfile when the framework / CUDA version / OS userspace genuinely requires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SageMaker JumpStart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Bedrock is the default for FM workloads; JumpStart wins only when a specific constraint bites: open weights, model not in Bedrock, deep fine-tune control.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accept_eula=True is mandatory at .deploy() AND .fit() for licensed models, and it is PER-ACCOUNT (not per-org). Bake into IaC.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Marketplace subscription (AI21, Cohere) is per-account AND per-region — subscribing in us-east-1 doesn’t entitle deploy in us-west-2.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Marketplace fees stack ON TOP of compute hours — build a three-column cost spreadsheet (instance + storage + Marketplace), never two.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merge_lora_weights=False is the architectural gate for multi-tenant LoRA hosting on shared base + LMI/vLLM + Inference Components.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Two SDK entrypoints: JumpStartModel for deploy, JumpStartEstimator for fine-tune. Sustained throughput past per-token break-even tips toward JumpStart.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SageMaker Autopilot — AutoML done right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Three modes: Ensembling (default for small data, AutoGluon under the hood), HPO (Linear Learner et al.), Auto (mode picker, fragile).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Auto-mode falls back to HPO when bucket is locked-down, S3DataType=ManifestFile, or S3Uri has &gt;1000 objects — always set Mode explicitly.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Algorithm pool by mode: LightGBM → Ensembling only; SageMaker Linear Learner → HPO only. “Linear Models” in Ensembling = sklearn, not Linear Learner.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AutoMLStep in SageMaker Pipelines is ENSEMBLING-only — HPO mode is not supported inside pipelines.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Best-in-class teams use Autopilot ONCE: harvest the candidate notebook, then iterate by hand. It’s a starting point, not a production loop.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15 supported objective metrics (Accuracy, F1, AUC, MSE, MAE, R², BalancedAccuracy, etc.) — pick the metric the BUSINESS cares about.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Experiments + MLflow on SageMaker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Native SageMaker Experiments isn’t deprecated but isn’t marketed either — “Experiments vs MLflow” on the exam → MLflow unless explicitly constrained.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Managed MLflow tracking server bills per hour even when idle. Stop ≠ Delete: Stop preserves data; Delete removes metadata but keeps S3 artifacts.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Serverless MLflow (Dec 2025) has NO compute charge for the tracking layer — only S3 artifact store cost. New “least cost / least ops”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MLflow Pipelines integration auto-creates a default MLflow App if none exists when a Pipeline runs — zero-config tracking.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Same train.py body can log to either system; managed MLflow supports MLflow Model Registry → wire into SageMaker Model Registry for approval gates.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Three reproducibility failure modes tracking does NOT fix: non-deterministic CUDA kernels, mutable upstream data, missing seed.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SageMaker Clarify — post-training bias +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Online Explainability is configured on EndpointConfig, NOT the endpoint — create new config, then UpdateEndpoint. No live toggle exists.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Disparate Impact (DI) no-bias value is 1.0 (a ratio), not 0. Four-fifths rule: acceptable band is [0.80, 1.25] — EEOC + NYC Local Law 144.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Four label-free post-training metrics (DPPL, DI, FT, CDDPL) are exactly what Bias Drift Monitor runs without ground truth. Mnemonic: DDFC.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Missing ShapBaseline silently synthesizes a single-row median/mode baseline — attributions look plausible but are misleading. Always supply representative samples.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Online ExplainerConfig adds NumberOfSamples+1 model invocations per request — 5ms model + 200ms SLO + SHAP-on-every → must go offline batch.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FMEval dataset-to-dimension map: TREX/TriviaQA (factual), CrowS-Pairs (stereotyping), RealToxicityPrompts (toxicity), BoolQ (QA accuracy).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SageMaker Debugger &amp; Profiler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Tensor save cost exploding — raise save_interval, use reductions (mean/std/min/max), apply S3 lifecycle, or set s3_output_path=None. Not bigger instances.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Fail-fast on diverging loss: ExplodingTensor rule with StopTraining() action — cheaper than manual CloudWatch dashboards every time.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Debugger system monitoring still works on PyTorch 2.x; Debugger FRAMEWORK profiling is deprecated — use SageMaker Profiler (smprof) instead.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Built-in rules: VanishingGradient, ExplodingTensor, Overfit, Underfit, LossNotDecreasing, PoorWeightInitialization, SaturatedActivation.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Profiler reports surface low GPU utilization, CPU bottlenecks, dataloader stalls, slow IO — the actionable signal for cost-down work.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Hooks attach at training-script time and stream tensors to S3; rules run in a side-car container and emit CloudWatch + StopTraining on violations.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HPO &amp; distributed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31–34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AWS MLA-C01 · Practice Guide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SageMaker Automatic Model Tuning (AMT)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Hyperband with early_stopping_type=Auto is a CONFIGURATION ERROR — always Hyperband with TrainingJobEarlyStoppingType=OFF.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max_parallel_jobs=50 with Bayesian defeats the surrogate — 3 to 5 is the production sweet spot. Strategy isn’t the problem; parallelism is.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Warm-start cap: 500 total trials INCLUDING parent jobs. Two 250-trial parents + 100-trial child = 600 = fails. Trim parents or child.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ScalingType=Logarithmic for learning rate, L1/L2, weight decay, dropout when range spans decades — forgetting it is a top exam trap.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Four strategies: Bayesian (default, GP surrogate), Random (parallel-friendly), Grid (small categorical), Hyperband (successive-halving + early stop).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Two warm-start modes: IDENTICAL_DATA_AND_ALGORITHM (resume search) vs TRANSFER_LEARNING (related task on different data).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Distributed training — FSDP, SMDDP, SMP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FSDP NO_SHARD ≡ DDP — a trap. Memory-pressure answers: SHARD_GRAD_OP, FULL_SHARD, or HYBRID_SHARD (full inside-node, replicate across).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SMDDP on a single p4d gives ZERO benefit — it optimises inter-node EFA collectives, NVLink does intra-node fine via NCCL.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Training Compiler is deprecated; modern answer is torch.compile() for GPU, Neuron SDK for Trainium. Recognise vintage cues in the stem.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HyperPod choice rule: research team wants sbatch → Slurm. K8s shop → EKS. Share GPUs between training and inference → EKS.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HyperPod vs Training Jobs: long pretrains with node-failure risk → HyperPod. Short fine-tunes / dozens per day → Training Jobs.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EFA is required for multi-node GPU distributed training. g5.48xlarge has no EFA — “AllReduce slow on 16 g5” → move to p4d/p5.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Spot, Warm Pools, Checkpointing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MaxWaitTimeInSeconds ≥ MaxRuntimeInSeconds, with MaxWait capped at 3600s for non-checkpointing built-ins. Get this wrong and Spot fails.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Spot + Warm Pools is mutually exclusive (EnableManagedSpotTraining=True with KeepAlivePeriodInSeconds&gt;0 = ValidationException).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Atomic checkpointing required: write to temp path, then os.replace(). Saving model.state_dict() only — you lose optimizer momentum on resume.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SageMaker has NO Reserved Instances. The only committed-use discount is a SageMaker AI Savings Plan — RIs apply to EC2, not SageMaker.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Combine SageMaker SP (baseline coverage ~70%) + Managed Spot (long jobs) for mature production cost — SP gives floor, Spot covers spikes.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Warm Pool 3600s KeepAlivePeriod per job; 28-day chain cap; HPO uses warm pools automatically since 2022 for child trial cold-start savings.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Training-cost optimization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Training Compiler is in MAINTENANCE — no new releases. Modern speedups: torch.compile, Neuron SDK, right-sizing, better data pipeline.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AMT MaxParallelTrainingJobs trades wall-clock for peak burn rate; it does NOT reduce total cost. 1000 trials × 5 parallel = same $ as serial.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Compute Savings Plans do NOT cover SageMaker. The only SageMaker discount is a SageMaker AI Savings Plan. Ceiling 64% (3-yr all-upfront).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There are NO Reserved Instances for SageMaker. Capacity-reservation analogue for HyperPod = Capacity Reservation / flexible training plan.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Right-size with Inference Recommender (endpoints) and CloudWatch training metrics (no managed right-sizing for training); avoid Compute Optimizer.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Pipe + FastFile modes cut training-side IO cost; pre-resize datasets before training; mix Spot + On-Demand by runtime sensitivity.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Deployment &amp;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35–42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AWS MLA-C01 · Practice Guide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four SageMaker endpoint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Four payload ceilings: real-time 6 MB, serverless 6 MB, async 1 GB, batch-transform mini-batch 100 MB. Memorise as a unit.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Serverless has NO GPU, period — any LLM / transformer / vision / &gt;6 GB model rules it out on sight.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Async caps at 60 min processing and 1 GB payload — longer → Batch Transform; larger → split or Batch.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“Scale to zero” + 200 MB payload → ASYNC, not serverless — payload trumps the scale-to-zero phrase.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Never scale real-time on CPUUtilization — use SageMakerVariantInvocationsPerInstance. CPU isn’t monotonic in load for ML.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Classic real-time can’t truly scale to zero (min=1). Use Inference Components with MinCopies=0, or serverless, or async.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Real-time endpoints — variants, A/B, shadow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Shadow ≠ A/B: shadow variant doesn’t return a response to the client — latency/throughput/output-distribution validation, not business KPIs.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Rolling Updates are Inference-Component-only — doesn’t exist on standard production-variant endpoints. Variant path = BlueGreen.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Auto-rollback triggers from CloudWatch ALARMS during a baking period, not from raw metrics or log lines. Alarm must be OK at deploy start.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InvocationsPerInstance is the right autoscaling metric for variants/MME; InvocationsPerCopy for Inference Components. Match metric to shape.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InitialVariantWeight=0.1 routes ~9% traffic — NOT zero customer impact. “Zero impact validation” → shadow variant only.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Model → EndpointConfig → Endpoint triangle. EndpointConfig is immutable post-create; you Update by swapping EndpointConfig.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Serverless inference &amp; provisioned concurrency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Provisioned Concurrency bills idle capacity continuously — add scheduled autoscaling for bursty workloads to avoid “worst of both worlds”.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Serverless = CPU-only. YOLOv8, Stable Diffusion, large transformers, “wants ml.g5.xlarge” — all disqualify serverless on sight.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Convert real-time to serverless is NOT in-place — you must create a new serverless endpoint and route traffic. UpdateEndpoint can’t flip shape.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6 MB payload trap: 30 MB PDF / video clip = serverless wrong even though traffic shape fits. Async is the right answer.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Memory tiers (1–6 GB) + MaxConcurrency. Pricing: memory × duration; PC adds per-hour idle cost.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Cold starts: ~0.5–6 s typical; mitigations are PC, smaller artifacts, lower memory tiers, regional warmth, or scheduled scaling.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Async inference &amp; batch transform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Async ceilings: 1 GB payload, 3600 s processing. Between 6 MB and 1 GB → async is the default; over 1 GB → Batch Transform or chunking.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Real-time / serverless 6 MB load-balancer limit is a HARD WALL, not a guideline — it cannot be raised.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After async completes, SNS success topic → subscriber Lambda → DynamoDB / next workflow step. Polling S3 is wasteful and not the documented pattern.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Step Functions integrates with async via .waitForTaskToken + EventBridge rule on SageMaker async-completion event — not via endpoint polling.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Batch Transform IS Spot-eligible at the standard ~70% discount (the parameter is per-account/region, not a per-job flag). Old blogs say otherwise; updated.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Batch Transform mini-batch: MaxConcurrentTransforms × MaxPayloadInMB ≤ 100 MB. Manifest file allowed; S3 in / S3 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Multi-Model &amp; Multi-Container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MME stem signals: many similar tenant models, skewed traffic, same framework, cost-sensitive. “First-invocation latency” → cold-load + ModelCacheHit metric.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MME is NOT LLM hosting. Many LLMs / per-LLM autoscaling / scale-to-zero → Inference Components, not MME.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AWS Graviton is NOT supported for MME. Cheapest CPU MME = c6i / m5. m7g / c7g are wrong by construction on MME stems.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GPU MME requires Triton or TorchServe — the MMS CPU BYOC contract does not work on GPU.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MME autoscaling: InvocationsPerInstance, NOT CPUUtilization — cold loads spike CPU and cause flapping.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MME is NOT deprecated. IC is the right answer for per-model control / framework heterogeneity / scale-to-zero; MME is right for cheap multi-tenant.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Endpoint auto-scaling, deployment, rollback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Predictive scaling does not exist for SageMaker variants — “predictive” on a SageMaker endpoint = scheduled scaling.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Default scale metric is SageMakerVariantInvocationsPerInstance — not CPU/GPU/Memory (those are EC2 ASG metrics).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Cooldown direction is asymmetric and fixed: ScaleInCooldown &gt; ScaleOutCooldown (e.g., 300 out / 600 in).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Scalable-dimension MUST match endpoint type: sagemaker:variant:DesiredInstanceCount for variants; sagemaker:inference-component:DesiredCopyCount for IC.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Blue/green doubles capacity for the bake — fleet of 10 p4d at $33/hr = +$330/hr. Use Rolling Updates (IC-only) when cost-sensitive.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AutoRollback reacts only to CloudWatch alarms you wired — it can’t catch silent quality regressions; pair with Model Monitor.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Inference Recommender, Neo, 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Compute Optimizer does NOT cover SageMaker — use Inference Recommender for endpoints. Top-frequency exam trap.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SageMaker Neo compiles per target — a model compiled for ml_c5 will NOT run on ml_g4dn or jetson_nano. Not portable.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Edge Manager is DEPRECATED — use Greengrass v2 for edge ML on the 2026 exam. Highest-frequency edge ML trap.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Triton is NOT the default LLM serving answer in 2025–26 — LMI / vLLM containers have displaced it for transformer inference.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Two Recommender modes: Default (built-in candidate set, fastest) vs Advanced (custom load profile, traffic patterns). Pick by realism vs speed.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Right-sizing is where ~50% of inference savings come from — BEFORE quantization, compilation, or architectural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Inference outside SageMaker — Lambda, ECS, 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Lambda has NO GPU and a 10 GB container image limit — LLM / diffusion / GPU-CV / sub-50ms transformer = Lambda is wrong.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SnapStart since Nov 2024 supports Java, Python 3.12+, .NET 8 only — modern cold-start fix for Python ML Lambda.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SageMaker Operator for Kubernetes is ACK-based now — the legacy HostingDeployment CRD operator is deprecated. Pick ACK on the exam.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HyperPod Inference Operator went GA as a managed EKS add-on April 2026 — amazon-sagemaker-hyperpod-inference, JumpStartModel CRD.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Break-even for leaving SageMaker is roughly $30K–$50K/mo inference spend — below that, the ops cost of EKS exceeds the SageMaker premium.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ECS Fargate has NO GPU — “serverless GPU inference” is never Fargate. SageMaker async/real-time on GPU or EKS GPU pods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Orchestration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43–47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AWS MLA-C01 · Practice Guide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SageMaker Pipelines — steps, params,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PipelineSession is mandatory when constructing Estimator/Processor that feeds into TrainingStep/ProcessingStep — default Session causes double-runs.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AutoMLStep is ENSEMBLING-only inside pipelines — mode=HYPERPARAMETER_TUNING is rejected when used inside a pipeline.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ModelStep is the modern replacement for CreateModelStep + RegisterModel — prefer it over the legacy classes since SDK 2.90.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ConditionStep cannot nest — collapse multiple checks into one ConditionStep with conditions=[...], or chain two ConditionSteps at top level.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Lineage is auto-enabled on every SageMaker Pipelines run — “end-to-end lineage with no custom code” → SageMaker Pipelines, not Step Functions or MWAA.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LocalPipelineSession runs the whole pipeline inside local Docker containers — use for sanity-check before upsert to the real service.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Step Functions vs Pipelines vs MWAA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Distributed Map is Standard-only — Express workflows cannot host it. “Process 10K S3 objects in parallel” + Express = wrong.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Express cannot use .sync — 5-min max duration and in-memory state make long-poll integrations physically impossible.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CreateEndpoint does NOT support .sync — use Lambda polling DescribeEndpoint, or .waitForTaskToken + EventBridge endpoint-state event.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MWAA charges 24/7 hourly even when idle — a mw1.small runs ~$350/mo with zero DAGs. “Minimize cost for once-per-week DAG” → not MWAA.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Decision tree: ML-only → SageMaker Pipelines (lineage free). Cross-service → Step Functions Standard. Existing Airflow shop → MWAA.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CreateTransformJob doesn’t auto-generate IAM policy (unlike CreateTrainingJob.sync) — attach sagemaker:*Transform* + EventBridge inline.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EventBridge — Rules, Scheduler, Pipes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Default move for “trigger X when Y happens” is EventBridge — Lambda polling and CloudWatch Events rule are usually distractors.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Rules are UTC-only; for DST-aware cron, use EventBridge Scheduler with ScheduleExpressionTimezone (e.g., America/New_York).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Pipes filtering reduces invocation cost for high-volume Kinesis/DynamoDB → small-percentage target — cheaper than Lambda ESM with Lambda-level filter.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Cross-account routing: local → central → local works (one hop). No transitive routing through multiple central buses or cross-region chains.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S3-to-EventBridge is a per-bucket toggle — OFF by default. Rule firing nothing → enable EventBridge notifications in bucket Properties.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Canonical drift→retrain loop: Model Monitor alarm → EventBridge rule → Lambda dispatcher → StartPipelineExecution with extracted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CI/CD — CodePipeline, Build, Deploy,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Two pipelines, not one: model-build (code+data → Approved model package) and model-deploy (Approved → live endpoint with guardrails).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CodePipeline V2 = per-action-minute billing ($0.002/min, 100 free). High-frequency long-build workloads may favour V1’s flat fee.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CodeCommit was closed to new customers July 2024 — modern AWS-native git is CodeStar Connections to GitHub / GitLab / Bitbucket.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CodeDeploy is for Lambda / ECS / EC2 — NOT SageMaker endpoints. SageMaker has native BlueGreenUpdatePolicy / RollingUpdatePolicy in UpdateEndpoint.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CodeArtifact upstream chain caps at 10 + one external connection — deeper promotion chains need flattening or multi-domain split.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GitHub OIDC: lock token.actions.githubusercontent.com:sub to repo+branch (StringLike), not wildcards — #1 OIDC misconfiguration on AWS Security blog.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Infrastructure as code — CFN, CDK, Projects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Change set = dry-run preview of YOUR next update. Drift detection = scan current live state vs last deployed template. Don’t conflate them.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CloudFormation stack hard limit: 500 resources. “MaximumNumberOfResources” error → nested stacks or CDK Stages, not bigger templates.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CDK Pipelines is self-mutating — “pipeline updates itself when its definition changes” points to CDK Pipelines, not raw CodePipeline.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SageMaker Projects = CloudFormation + CodePipeline + SageMaker Pipelines — scaffolding around Pipelines, NOT a replacement for them.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Pipelines are standalone entities per AWS docs — you can create/update/run pipelines from a notebook without a SageMaker Project.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Use CloudFormation Hooks/Guard for policy-as-code on templates; Registry+Modules for sharing reusable resource patterns.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Monitoring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48–52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AWS MLA-C01 · Practice Guide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SageMaker Model Monitor — the four monitors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Model Quality is the only monitor that requires ground-truth labels. “Labels arrive 90 days late” → use Data Quality, Bias Drift, or Feature Attribution Drift.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EventBridge → Pipeline direct invoke with CloudWatch alarm payload is INCOMPLETE — you need a Lambda dispatcher to extract context and call StartPipelineExecution.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Data Quality WILL NOT catch concept drift — inputs unchanged + accuracy dropped = Model Quality, not Data Quality.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EEOC 4/5ths rule sets DI band at [0.80, 1.25] — codified in NYC Local Law 144 for automated hiring tools.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Feature Attribution Drift is a LEADING indicator of concept drift — fires before Model Quality when labels are delayed. Pair with Data Quality.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Six-step workflow: baseline → schedule → capture → process → compare → alarm. Same skeleton across all four monitor types.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Drift fundamentals — covariate, label, 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“Detect feature distribution changes WITHOUT ground truth” = Data Quality monitor → covariate shift. Model Quality is a distractor here.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Model Quality requires ground truth — if labels are unavailable or 30+ days late, Model Quality cannot help.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PSI thresholds: 0.10 / 0.25 / 0.50 — small / significant / major. Industry-standard “declare drift” is 0.25 (credit-risk / fraud default).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PSI binning: 10 equally populated deciles for continuous; categories for categorical. Zero-baseline bins need Laplace smoothing or exclusion.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KS is the non-parametric two-sample default for CONTINUOUS features; Chi-squared is the analogue for CATEGORICAL.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Three flavours: covariate shift P(X) changes, label shift P(Y) changes, concept drift P(Y|X) changes — only the last needs labels to detect.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CloudWatch, X-Ray, CloudTrail for 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There is NO TrainingJobStatus CloudWatch metric — SageMaker emits state changes via EventBridge as “SageMaker Training Job State Change” events.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Legacy aws-xray-sdk + X-Ray daemon entered maintenance Feb 2026; EOS Feb 2027. New work uses ADOT (OpenTelemetry + X-Ray exporter).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sagemaker:InvokeEndpoint is a CloudTrail DATA event, off by default — HIPAA / model-risk audit → explicitly enable, budget for ~$0.10/100K invokes.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CloudTrail Lake closes to new customers May 2026 — greenfield ML audit-log answer is one of the migration paths, not Lake.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Endpoint metrics auto-published: Invocations, ModelLatency, OverheadLatency, Invocation4XXErrors, Invocation5XXErrors. CPU/GPU/Memory under /aws/sagemaker/Endpoints.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CloudWatch Logs ML log groups must be CMK-encrypted in regulated workloads — default service key leaves invocation prompts unprotected.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Registry, Model Cards, Lineage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ModelApprovalStatus transitions emit “SageMaker Model Package State Change” events — the seam between human approval and automated deploy.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Nov 2024 staging construct is ADDITIVE to legacy ModelApprovalStatus, not breaking — “rewrite everything” is the wrong answer.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Staging construct is NOT enforced by the service — anyone with sagemaker:UpdateModelPackage can skip stages. Enforce via SCP / IAM / EventBridge.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Model Card link to Model Package is at the version level and tamper-evident — you cannot rewrite the card a package was approved against.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Lineage Tracking is AUTO-ENABLED on every TrainingJob, ProcessingJob, TransformJob, ModelPackage, Endpoint — no opt-in, no flag.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Three-level hierarchy: Model Package Group → Model Package → Model Version. Use RAM for hub-and-spoke cross-account registry sharing.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A/B testing &amp; shadow variants in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InitialVariantWeight=0.1 is NOT zero customer impact — routes ~9% of traffic. “Zero impact validation” → always shadow variant.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Shadow ≠ A/B: shadow never returns to the client. “Measure user-side outcome” → production variants. “Zero customer impact” → shadow.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Peeking inflates Type I error to ~25% — daily p-value checks with stop-at-0.05 is a ~25% false-positive test, not 5%. Use sequential / always-valid p-values.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SUTVA violation invalidates A/B — marketplaces, social feeds, shared inventory need cluster-randomisation or switchback designs, not 50/50 user split.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Sample size formula: n ≈ 16·σ²/MDE² — memorise. Power 0.8 + alpha 0.05 + two-sided test — these are the implicit constants.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Production variants for revenue/conversion experiments; shadow variants for latency/error/output-distribution validation. Two primitives, complementary.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Security &amp;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53–58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AWS MLA-C01 · Practice Guide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least-privilege ML execution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AccessDenied + iam:PassRole error → fix is on the CALLER’s role: explicit iam:PassRole scoped to target ARN + iam:PassedToService=sagemaker.amazonaws.com.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Role-naming substring trap: “MLEngineeringTrainingRole” (no “SageMaker”) + AmazonSageMakerFullAccess → PassRole denied. Fix = customer-managed policy, not rename.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Don’t grant sagemaker:* on the execution role — grant the specific action with tag-scoped condition, or orchestrate via Pipelines.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Never tag-scope iam:PassRole (TOCTOU race) — AWS docs explicitly warn. Use ARN patterns like arn:aws:iam::*:role/ml/exec/*.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Boundary intersection: identity ∩ boundary = effective. Either denying = deny. Fix is whichever side of the intersection makes sense for least privilege.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Two-role pattern: developer caller role (sees console, calls APIs) vs SageMaker execution role (used BY SageMaker to read S3 / write outputs). Don’t mix.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Network isolation for 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Studio VpcOnly + pip install 403 today (worked yesterday) → 12-hour CodeArtifact token TTL expired. Fix: aws codeartifact login or lifecycle-config cron.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FIPS endpoint + endpoint policy: doesn’t work — FIPS runtime endpoints don’t honour endpoint policies. Use identity-based (SCP + boundary + role) instead.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On-prem reading S3 over Direct Connect = INTERFACE endpoint for S3 (the gateway endpoint isn’t reachable from outside the VPC).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Corollary trap: NEVER replace the in-VPC gateway endpoint with the interface endpoint to “simplify” — interface is $0.01/GB, gateway is free.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Minimum endpoint set for VpcOnly Studio: SageMaker API, runtime, Studio, S3 (gateway), KMS, ECR, STS, Logs, plus the workload-specific ones.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EnableNetworkIsolation + VpcConfig together = no internet egress AND no IAM creds in container. Pick BOTH for regulated training/inference.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Encryption end-to-end — KMS across the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KmsKeyId parameter lives on every SageMaker output surface: training OutputDataConfig, EBS Volume, EFS/FSx, Feature Group online/offline, endpoint config.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Bucket Keys reduce SSE-KMS API costs ~99% — always the answer over “switch to SSE-S3” (kills audit), aws/s3 (no cross-account), or quota increase (treats symptom).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VolumeKmsKeyId is silently IGNORED on Nitro instance-store-heavy families (some ml.p4d, ml.trn1, ml.g5) — NVMe uses ephemeral encryption, not EBS.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Multi-Region Keys do NOT eliminate S3 Cross-Region Replication re-encryption — AWS docs treat MRKs as single-region for service-integrated CRR.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KMS pending-deletion window is 7–30 days (default 30). For instant lockout, call DisableKey first; deletion completes the cycle.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EnableInterContainerTrafficEncryption=True encrypts distributed-training traffic between containers in the same job — mandatory for FedRAMP/HIPAA workloads.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Compliance — PII, PHI, GDPR, HIPAA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Macie is S3-ONLY — PII outside S3 (Redshift, DynamoDB, EFS, OpenSearch) is NEVER Macie.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Guardrails sensitive-info filter does NOT redact CloudWatch Logs invocation logs — use CloudWatch Logs data protection (separate feature) for log-time masking.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Iceberg snapshot trap: GDPR delete + 5-day default snapshot retention — yesterday’s snapshot still has the row. Run expire_snapshots + remove_orphan_files.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Ground Truth Plus is NOT HIPAA-eligible (managed workforce sits outside BAA). PHI labeling → GT self-service + private workforce in VPC.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PHI encryption: SSE-S3 is WRONG (no key-use audit). SSE-KMS with customer-managed CMK + CloudTrail kms:Decrypt + restrictive key policy is the answer.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Bedrock Global CRIS may route prompts to ANY commercial region — GDPR/BDSG/PHI workloads must use Geographic CRIS, not Global.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Cost optimization — Spot, SP, right-sizing, silicon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Spot is NOT supported for real-time endpoints, serverless inference, async endpoints, or Studio apps — only training and Batch Transform.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Managed Spot is incompatible with Warm Pools — EnableManagedSpotTraining=True + KeepAlivePeriodInSeconds&gt;0 = ValidationException.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Compute SP does NOT cover SageMaker — SageMaker SP is the only SP that does. Mixed estate = both SPs, one cannot cover both.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SageMaker SP does NOT stack with Managed Spot — Spot already discounts; SP applies only to on-demand billing.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NO Reserved Instances for SageMaker — “buy an RI for the endpoint” is wrong by construction. SageMaker SP is the only committed-use discount.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Compute Optimizer does NOT cover SageMaker — use Inference Recommender (endpoints) and CloudWatch metrics (training); Compute Optimizer covers EC2/Lambda/RDS/EBS.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Cost observability — Cost Explorer, Budgets, anomaly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Budget Actions do NOT natively stop SageMaker training jobs or endpoints — Budget → SNS → Lambda → StopTrainingJob / DeleteEndpoint is the correct path.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Budgets refreshes up to 3x/day — Budget Actions inherit several-hour lag. “Real-time stop on threshold” → EventBridge + CloudWatch alarms, not Budgets.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Cost Anomaly Detection is ML-based; Budgets is static-threshold — “alert me when SageMaker spend spikes unexpectedly” = CAD; “exceeds $5K/mo” = Budgets.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Cost allocation tags must be ACTIVATED and activation is not retroactive — un-activated months are forever unallocated.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Compute Optimizer does NOT cover SageMaker — the single most-tested cost-tool trap. Inference Recommender (endpoints) + CloudWatch (training) + JL idle-shutdown LCC (notebooks).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Weekend HPO defense: Budget at 80% → SNS → Lambda lists running training jobs, filters by tag, calls StopTrainingJob on the runaways.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AI services, GenAI &amp;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59–64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AWS MLA-C01 · Practice Guide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“which AI service?” decision tree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Amazon Forecast is CLOSED to new customers — demand forecasting in 2026 = SageMaker DeepAR (built-in) or SageMaker Canvas (no-code).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All three Lookout services (Equipment, Metrics, Vision) were DISCONTINUED Oct 10, 2025 — never the right answer on a 2026 exam, even if listed.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Three services that LOOK HIPAA-friendly but are NOT eligible: Ground Truth Plus, Fraud Detector, all Lookouts. Mechanical Turk is never PHI-eligible.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Rekognition Custom Labels (vision) ≠ Comprehend Custom (text) — modality from the noun, task type (classify / extract) from the verb.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Verb + noun + qualifier triple: sentiment / entities / PII → Comprehend; OCR → Textract; recs → Personalize; fraud → Fraud Detector; vision → Rekognition; voice → Polly / Transcribe; translation → Translate.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Canonical chains the exam loves: Transcribe → Comprehend → Bedrock (voice analytics); Textract → Comprehend → A2I (doc processing with human review).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Amazon Bedrock — the FM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Four Bedrock pillars: Model Gateway (Converse, on-demand), Lifecycle (fine-tune, distill, RFT, App Inference Profiles), Agents+KB, Safety (Guardrails).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RFT launched on Nova 2 Lite at re:Invent 2025 — “reward function / optimise for math+code accuracy” → RFT on Nova 2 Lite, not SFT.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Standalone ApplyGuardrail polices outputs of NON-Bedrock models (self-hosted Llama, external API) — don’t reach for Converse + guardrailConfig.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Any model produced INSIDE Bedrock (SFT, CPT, distillation, RFT) is servable only via Provisioned Throughput — ~$15K/mo floor for one MU.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Global CRIS may route to ANY region worldwide — GDPR/BDSG/Australian APP/PHI → Geographic CRIS only, never Global. Use SCP to deny aws:RequestedRegion=unspecified.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Multi-agent collaboration (“returns / shipping / account” sub-agents under a supervisor) beats one bloated agent past ~20 tools — tool-choice accuracy collapses otherwise.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GenAI patterns on AWS — RAG, fine-tune,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Customization cost order: prompt engineering → RAG → fine-tune (SFT/LoRA) → distillation → CPT → RFT — start cheap, escalate on signal.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“Citations / sources / freshness” → RAG. “Unlabeled / large corpus / vocabulary gap” → CPT. Both apply → production = CPT-then-RAG; single-answer exam = RAG.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S3 Vectors is the cheapest vector store for infrequent / very-large corpora; Redis Enterprise for sub-ms; Aurora pgvector for SQL+ACID; Neptune Analytics for GraphRAG.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Bedrock Knowledge Bases is the DEFAULT managed RAG answer — custom OpenSearch + Lambda + Step Functions only when KB lacks a needed feature.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Hybrid search (BM25 + vector with RRF fusion) gives +5–15% NDCG on exact-code/SKU stems — reranking (cross-encoder) adds another +5–10%.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AgentCore = production runtime for non-trivial agents (8-hour sessions, BYO framework, MCP/A2A). Bedrock Agents = fast prototype, 15-min cap.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Bedrock vs JumpStart — when each wins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Bedrock = managed token-priced API. JumpStart = SageMaker endpoint billed by instance-hour. Two completely different cost shapes for the same model family.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Bedrock customization (SFT/CPT/distill/RFT) is narrow; JumpStart is open-ended. “Sensible defaults, no MLOps team” → Bedrock; “DeepSpeed Zero-3 on 16 GPUs” → JumpStart.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Bedrock PT has ~$15K/month floor (one Llama MU × 730 hr × ~$21/hr) — buying PT for unproven low-volume workload is a top exam anti-pattern.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JumpStart real-time endpoint bills 24×7 even when idle — idle-shutdown LCC exists for notebooks, NOT for real-time endpoints.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Hybrid is the 2026 default for serious production: Bedrock for generation (Claude-quality), JumpStart for cheap high-volume small models (rerank, embed, PII).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Six decision axes the exam buries: control of GPU, model in Bedrock catalog, customization depth, sustained throughput, latency floor, data residency.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Capstone — fraud-detection pipeline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Architecture: Kinesis → Lambda/Flink → Feature Store dual-write → SageMaker XGBoost + AMT Hyperband + Spot → real-time endpoint behind API Gateway → Model Monitor.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Feature Store dual-write (OnlineStoreConfig + OfflineStoreConfig + TargetStores=[both]) is the byte-identical contract that kills training-serving skew.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Spot training needs atomic checkpointing + MaxWaitTime &gt; MaxRuntime — non-atomic writes silently produce broken models on Spot resume.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Hyperband REQUIRES EarlyStoppingType=Off — setting it to Auto makes the two stopping mechanisms race; trials terminate prematurely and nondeterministically.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Auto-rollback should be wired to a CloudWatch CUSTOM metric on a BUSINESS KPI (approval rate, fraud capture) — not CPU/latency, which miss silent model regressions.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Iceberg snapshot retention can violate GDPR erasure — set retention to ≤30 days OR run expire_snapshots + remove_orphan_files on every erasure request.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Exam-day strategy + self-assessment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4552" cy="4846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Passing score is 720 (NOT 700) on the 100–1000 scale — every cohort has candidates who get 712 and walk out thinking they passed.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583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4696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The SageMaker Trap: operationalisation knowledge beats model-training depth on MLA-C01 (vs the older MLS-C01). Rebalance away from hyperparameter math.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259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372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MRQ scoring is ALL-OR-NOTHING — two right + one wrong on a Select-THREE = ZERO credit. Count your highlighted options before clicking Next.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There are NO scheduled breaks — the clock runs continuously. Plan hydration and bathroom timing accordingly.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611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724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OnVUE: closed eyes is the only legitimate thinking pose. Eye movement off-screen, second people, second devices all flag. First-sit candidates should prefer Pearson VUE in-centre.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52872"/>
            <a:ext cx="146304" cy="14630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34000"/>
            <a:ext cx="1060704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Pace = ~1m 56s per scored question; fatigue hits ~Q60. Plan a 10-second mental reset at minute 100. Flag liberally on Pass 1; never leave a blank.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What’s next — the AWS cert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AB4C8"/>
                </a:solidFill>
                <a:latin typeface="Calibri"/>
              </a:rPr>
              <a:t>You built the textbook. Now sit the exam.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749039" cy="39319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749039" cy="50292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AWS ML Specialty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2918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MLS-C01 retiring; legacy material still useful for theory depth. Strong companion to MLA-C01 — same model-math vocabulary, different operational lens. Optional, not strategic.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1554480"/>
            <a:ext cx="3749039" cy="39319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19" y="1554480"/>
            <a:ext cx="3749039" cy="50292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55448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Solutions Architect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2240280"/>
            <a:ext cx="32918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SAP-C02. The architecture-breadth credential. Tests the same multi-account / networking / cost discipline you exercised in Part J, but across the whole AWS surface. Highest-ROI follow-up.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38" y="1554480"/>
            <a:ext cx="3749039" cy="39319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A06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38" y="1554480"/>
            <a:ext cx="3749039" cy="502920"/>
          </a:xfrm>
          <a:prstGeom prst="rect">
            <a:avLst/>
          </a:prstGeom>
          <a:solidFill>
            <a:srgbClr val="A06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155448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Security Specialty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38" y="2240280"/>
            <a:ext cx="32918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SCS-C02. Deepens Domain 4 (IAM, KMS, VPC, CloudTrail) to a regulated-industry bar. Pair with MLA-C01 for FS / health / gov ML platform roles.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23560"/>
            <a:ext cx="11274552" cy="64008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62356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Sixty-four chapters bought you the knowledge. Now 130 minutes prove you read the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AWS MLA-C01 · Practice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Finis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