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C2638"/>
                </a:solidFill>
              </a:defRPr>
            </a:pPr>
            <a:r>
              <a:t>Databricks Certified Generative AI Engineer Associate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A5A75"/>
                </a:solidFill>
              </a:defRPr>
            </a:pPr>
            <a:r>
              <a:t>Study deck · Exam version March 18, 2026 · Career_upskill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Exam logistics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5994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Question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45 scored (multi-choice + multi-select: 'Select TWO/THREE')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90 minutes (~2 min / question)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Passing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~70% (≈ 32/45) [community]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$200 USD + tax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Validity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2 years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Retake wait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~14 days [community]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Online proctored (Kryterion WebAssessor)</a:t>
                      </a:r>
                    </a:p>
                  </a:txBody>
                  <a:tcPr/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Languages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English, JP, BR-PT, KR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Exam blueprint — domain weights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770708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1 — Design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14%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2 — Data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14%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3 — Application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30%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4 — Assembling &amp; Deploying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22%</a:t>
                      </a:r>
                    </a:p>
                  </a:txBody>
                  <a:tcPr/>
                </a:tc>
              </a:tr>
              <a:tr h="7707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5 —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8%</a:t>
                      </a:r>
                    </a:p>
                  </a:txBody>
                  <a:tcPr/>
                </a:tc>
              </a:tr>
              <a:tr h="770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6 — Evaluation &amp;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12%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Domain 1 — Design Applications  (14%)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Use case framing: when GenAI vs classical ML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RAG vs fine-tuning vs prompting tradeoffs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Choosing chunk strategy by document type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Latency / cost / quality tradeoffs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Domain 1 — Design Applications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14%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Use case framing: when GenAI vs classical ML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RAG vs fine-tuning vs prompting tradeoffs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Choosing chunk strategy by document type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Latency / cost / quality tradeoffs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Domain 2 — Data Preparation  (14%)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Chunking strategies: fixed, semantic, recursive, document-aware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Embedding model selection (BGE, E5, OpenAI, Databricks GTE)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Vector index types: Delta Sync (auto-update) vs Direct Access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Mosaic AI Vector Search hybrid retrieval (vector + keyword)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Domain 2 — Data Preparation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14%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Chunking strategies: fixed, semantic, recursive, document-aware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Embedding model selection (BGE, E5, OpenAI, Databricks GTE)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Vector index types: Delta Sync (auto-update) vs Direct Access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Mosaic AI Vector Search hybrid retrieval (vector + keyword)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Domain 3 — Application Development  (30%)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Prompt engineering: few-shot, CoT, structured output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RAG chains: ChatModel + retriever + prompt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Mosaic AI Agent Framework (mlflow.langchain.log_model)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Agent Bricks for low-code agent assembly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Tool calling and structured outputs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Domain 3 — Application Development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30%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Prompt engineering: few-shot, CoT, structured output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RAG chains: ChatModel + retriever + prompt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Mosaic AI Agent Framework (mlflow.langchain.log_model)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Agent Bricks for low-code agent assembly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Domain 4 — Assembling &amp; Deploying  (22%)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Mosaic AI Model Serving endpoints — pay-per-token vs provisioned throughput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Foundation Model APIs: DBRX, Llama, Mixtral, GTE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Databricks Apps as UI layer (Streamlit, Dash, Gradio, Flask)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CI/CD for agents via DABs (Databricks Asset Bundles)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Domain 4 — Assembling &amp; Deploying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22%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Mosaic AI Model Serving endpoints — pay-per-token vs provisioned throughput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Foundation Model APIs: DBRX, Llama, Mixtral, GTE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Databricks Apps as UI layer (Streamlit, Dash, Gradio, Flask)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CI/CD for agents via DABs (Databricks Asset Bundles)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Domain 5 — Governance  (8%)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AI Gateway: rate limits, budget caps, audit logs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Guardrails: input/output content filtering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PII detection and redaction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UC permissions on models, indexes, functions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Domain 5 — Governance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8%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AI Gateway: rate limits, budget caps, audit logs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Guardrails: input/output content filtering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PII detection and redaction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UC permissions on models, indexes, functions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3621"/>
                </a:solidFill>
              </a:defRPr>
            </a:pPr>
            <a:r>
              <a:t>Domain 6 — Evaluation &amp; Monitoring  (12%)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MLflow LLM Evaluate, mlflow.evaluate() with judges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Custom metrics + LLM-as-judge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Inference Tables for production monitoring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Lakehouse Monitoring for endpoint drift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621"/>
                </a:solidFill>
              </a:defRPr>
            </a:pPr>
            <a:r>
              <a:t>Domain 6 — Evaluation &amp; Monitoring — what to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Weight: 12% — allocate study time proportionally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MLflow LLM Evaluate, mlflow.evaluate() with judges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Custom metrics + LLM-as-judge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Inference Tables for production monitoring</a:t>
            </a:r>
          </a:p>
          <a:p>
            <a:pPr>
              <a:spcAft>
                <a:spcPts val="600"/>
              </a:spcAft>
              <a:defRPr sz="1800">
                <a:solidFill>
                  <a:srgbClr val="1C2638"/>
                </a:solidFill>
              </a:defRPr>
            </a:pPr>
            <a:r>
              <a:t>• Drill: Lakehouse Monitoring for endpoint drift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Look-alike APIs / traps cheat sheet (1)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89916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Term / API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Behavior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Delta Sync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Auto-syncs with source Delta table — managed embeddings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Direct Access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You manage embedding writes — manual upsert API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Pay-per-token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No infra cost; per-1k-token billing; shared capacity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Provisioned 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Dedicated capacity; predictable latency; hourly cost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mlflow.langchain.log_model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Logs LC chain as MLflow PyFunc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Look-alike APIs / traps cheat sheet (2)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89916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Term / API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Behavior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mlflow.pyfunc.log_model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Generic wrapper; manual code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Agent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Code-first: build chains with code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Agent Bricks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Low-code wizard: declarative agent assembly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Retrieve-then-generate; cheap, current, citable</a:t>
                      </a:r>
                    </a:p>
                  </a:txBody>
                  <a:tcPr/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Fine-tuning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Weight updates; expensive; style/domain shift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Key facts to memorize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Vector Search index types: Delta Sync (managed) vs Direct Access (manual)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Mosaic AI Vector Search supports HYBRID search out of the box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Foundation Model APIs: pay-per-token shared vs provisioned dedicated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DBRX, Llama 3.x, Mixtral, GTE embeddings available as FM APIs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Agents are logged via mlflow.langchain.log_model or mlflow.pyfunc.log_model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AI Gateway: rate limits, budget caps, PII detection, audit logs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Inference Tables auto-capture request/response for endpoints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Lakehouse Monitoring detects drift on endpoint Inference Tables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Databricks Apps replace Mosaic AI App; deploy via DABs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Common exam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Choosing fine-tuning when RAG would solve it (cost trap)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Forgetting hybrid search exists — pure semantic misses keyword-anchored queries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Using a Direct Access index when Delta Sync would auto-update for free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Skipping signature on agent log_model — endpoint Test UI breaks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Confusing AI Gateway with Model Serving (gateway sits in front)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Forgetting MLflow evaluate() built-in metrics (toxicity, faithfulness, answer_correctness)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Provisioning throughput for traffic too low to amortize the hourly cost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Not enabling Inference Tables before launch — no monitoring data afterward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Study plan (4 weeks)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315200"/>
              </a:tblGrid>
              <a:tr h="1078992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Period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Focus</a:t>
                      </a:r>
                    </a:p>
                  </a:txBody>
                  <a:tcPr>
                    <a:solidFill>
                      <a:srgbClr val="FF3621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Week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Domains 1-2 (28%) — design + data prep; chunking + embeddings</a:t>
                      </a:r>
                    </a:p>
                  </a:txBody>
                  <a:tcPr/>
                </a:tc>
              </a:tr>
              <a:tr h="10789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Week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3 (30%) — prompt eng, RAG chains, agents</a:t>
                      </a:r>
                    </a:p>
                  </a:txBody>
                  <a:tcPr/>
                </a:tc>
              </a:tr>
              <a:tr h="10789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Week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 4 (22%) — serving + apps + CI/CD</a:t>
                      </a:r>
                    </a:p>
                  </a:txBody>
                  <a:tcPr/>
                </a:tc>
              </a:tr>
              <a:tr h="107899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Week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C2638"/>
                          </a:solidFill>
                        </a:rPr>
                        <a:t>Domains 5-6 (20%) — governance + evaluation; final quizzes + exam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Official exam guide PDF (March 18, 2026)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Databricks Academy: Generative AI Engineering Associate Pathway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Career_upskill Topic 10 modules 01-15 + 6 quizzes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FACTS.md — exam logistics + objective mapping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Mosaic AI docs: Agent Framework, Agent Bricks, Vector Search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3621"/>
                </a:solidFill>
              </a:defRPr>
            </a:pPr>
            <a:r>
              <a:t>Final reminder — exam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Passing score: see logistics slide (varies per cert)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Manage time: ~2 min per question; flag and move on if stuck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Read multi-select stems carefully ('Select TWO/THREE')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Eliminate distractors first — usually 2 of 4 are obviously wrong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Trust the look-alike traps you memorized — they reappear verbatim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Re-read this deck the morning of the exam; skip new material</a:t>
            </a:r>
          </a:p>
          <a:p>
            <a:pPr>
              <a:spcAft>
                <a:spcPts val="600"/>
              </a:spcAft>
              <a:defRPr sz="1600">
                <a:solidFill>
                  <a:srgbClr val="1C2638"/>
                </a:solidFill>
              </a:defRPr>
            </a:pPr>
            <a:r>
              <a:t>• Webcam + clean desk + photo ID ready 30 min before slot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